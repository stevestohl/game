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8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873F-AA40-AEF0-1910-9B714716E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7EF2E-D833-A225-5A58-63473373B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49B2-BA5A-E312-4422-3C34033C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A7604-67EA-F0C5-7831-51519884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78A2-839A-C701-FD0E-009AE455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1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D28A-8A3F-DCAE-1305-59327486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790B3-CC23-55FC-0919-CE209AC4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7DD4-5EC8-DD25-B529-A7E43C80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AEC78-E839-8232-527C-1B9E1D2C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96C2E-79AE-51E1-25CC-0C327242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5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E8F7-412B-0FF3-59B5-53732933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822D8-BF9E-3108-EF73-9689C4D5C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374D-F5D2-2732-A078-4936B584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55998-DCC0-4D5E-18FF-5563C637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47F45-464F-6E8D-44D3-31F37112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5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9153-0931-1FF4-257B-55E6FF4D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772F-B347-29E2-7ABF-909162A0A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13A7E-6EDA-2FD3-30F7-258AD6BE9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9D5F7-E6D9-E957-ECCA-7F23F72B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F9A6D-85C3-E2E3-CEF3-F0944910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A15B9-E561-DF0E-2D7E-F0F6AC60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1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E0D3-2E6C-5E4E-D083-DA8EBE9D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B4672-0171-D224-24E4-3A64164E8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729E-3356-0112-5344-FC02A4F1C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CCA7F-4114-DFCD-7844-A611C28BD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BE3BB-6D13-C6FA-FCCE-3A224BADC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BAA4E-CBAD-05A9-0334-91ED85B1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E7A3F-19E3-7075-CD70-15B63945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D6FF1-27A3-C088-BBCA-E9902FF1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1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2117-B7AF-FF2D-B93D-7240F910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14CA1-9CE6-958B-E151-E77800CA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1DDBE-0D49-FA34-23B2-AA40D3C6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EE6C9-BA61-05D1-85B0-EEAB694E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40F8F-D512-377A-9018-0A6C12147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9FC4B-E9F1-5B38-5F19-E8AEB5AA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EA0F-AD9F-47F6-D3E0-A4CD1015C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8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0968-60C7-74C0-9F62-B04CCB11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66E2-934E-09EC-D3F7-D53424490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F77F7-AC1B-F047-90C6-89328A0F4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482E3-4EF8-CF8F-D1AF-0C47FD5A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5DA24-A376-3E0C-26B1-D5F9DE07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C9D99-2021-FD8C-9978-C0513C7A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9115-9CC2-341E-2C9E-C31563F4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BA20A-D1DA-5E95-F512-0EE6EA361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025A7-4BF5-51C2-FEB9-A7147AC11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AD25-A6B3-1BA2-EB58-B3390D01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DFF22-7C42-1A85-1714-56CE0C8A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596B0-EC32-8578-01C0-E2C74BA4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7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4115-0A83-D02D-FFB7-CBD0DDA2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9FA60-CE4F-0937-B448-4CDB267BB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593C-12BA-8235-8D64-E488EE7E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0E2AE-3C4E-D82C-A0DB-64BEE9D5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740A6-499A-1C85-21F4-8FBAAB27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3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C6AF7-0291-472A-2EB0-7B7BD9906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5D70E-EF30-0CD2-0826-477A023FB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3972-42B8-1E14-1D50-37AC5647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CA74-F77D-98A5-F142-738BBB84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FF332-8173-4C51-2E9B-78053049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6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7E21F-30F2-CBF2-4CB1-13EF0B08D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23432-2939-0C38-4A4E-9BD5E21F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9061-954F-2ADD-82FA-403A802D2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105E6-DBDA-4696-BA59-666B761746A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6E1FB-3956-2E28-E348-53EDEB38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3CCB-EB89-A265-7838-00F439FF8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AAED9-DA88-460B-89D0-A7C75C0DC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5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9000">
              <a:schemeClr val="accent1">
                <a:lumMod val="5000"/>
                <a:lumOff val="95000"/>
              </a:schemeClr>
            </a:gs>
            <a:gs pos="74000">
              <a:srgbClr val="3288D6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AEB2D5-E963-0250-78B7-79B19821F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6222">
            <a:off x="7690824" y="2942170"/>
            <a:ext cx="4359018" cy="3276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A17082-CED4-5192-BB87-1898EE485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3474">
            <a:off x="583661" y="1027118"/>
            <a:ext cx="3168648" cy="304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8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Gerring</dc:creator>
  <cp:lastModifiedBy>Steven Gerring</cp:lastModifiedBy>
  <cp:revision>1</cp:revision>
  <dcterms:created xsi:type="dcterms:W3CDTF">2026-06-24T21:55:16Z</dcterms:created>
  <dcterms:modified xsi:type="dcterms:W3CDTF">2026-06-24T21:55:38Z</dcterms:modified>
</cp:coreProperties>
</file>
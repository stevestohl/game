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1D64-A2D9-20A9-5B46-C18818F9A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63FF6-AFA2-F239-03D0-FC15A2178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C73E5-862A-D47A-1C6F-B7454C2B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1195-7EC4-9BC9-C133-3158C552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C9FE9-E12B-D05B-41F1-9EDCE928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1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6541-4D4D-CF86-1165-2BA866A2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B425B-D9C0-CE3A-1E78-52C1594A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9CC5A-D98F-8B9E-F67E-DDF900A4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A89A8-0270-0E5C-AD52-B5723DD8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7F37-924E-ADF5-B95F-B9DC2EE6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0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7E1C-64F9-CC61-00C7-B36112B3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C9B6B-98C3-27D6-3829-69FA7CD6C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EE226-5E6F-DACB-9405-F78BFF9C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76AE4-02CF-1BFA-E480-50CBFCD9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EA0F-00C7-78CB-6653-E363387D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42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8267-2153-50A9-9F1A-895819B3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856F9-D60D-7F35-0114-A67753170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D0ACA-420E-09ED-1BF5-9E0C023AB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B1A45-60B3-3E03-751A-E86EA384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153A0-37F7-297C-DBF3-FE9FDECB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69C47-653F-FA52-6911-2A15F5CE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2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E019-DE50-62B2-55AA-B039BC05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4D90D-432F-FF6D-7140-9B2ED9534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6A6AE-1B53-6088-0DB3-1E1A81012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5DD32-F6FE-ADC5-656D-B7F84BAE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7C77B-32E4-7F31-7D44-0D89E2248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A8FA1-47BB-068C-3503-3C4BA767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3E85D-1292-C089-D641-51B787E7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4A901-E015-2B0E-0AC1-523A2A7D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8806-CB19-33C8-4B9D-C1D6DED7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61D4D-8A83-8974-DFBE-B559CDC5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32705-98A3-9763-01B7-A68014351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2B12E-BB59-0AF8-7023-B5C8FCCC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055CE-61E4-1A06-4C0F-F7200041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3659E-B956-53BA-23C0-0B343783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CD8F3-5324-1162-9D66-E7A9CAB1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91BA-860B-5174-C9AA-483A05FF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5B78B-FB89-E09E-C2B0-754F60B6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B68AF-8853-560C-2FE2-4CEE6421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48F59-BFF8-E7F3-ED71-6BB8835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ABA6A-83A5-8439-310C-840A31C9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01A3D-7CBC-73C5-54FA-FCACF700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0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5FD4-1B5C-3A1C-FD9E-001D2471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0DF65-D689-481B-F1A2-1221689E6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94DB6-4F73-1045-108C-1AA7E5D66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F0B9A-9B88-9851-00F8-FC60DE28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905DC-EF23-2DD5-9FB8-9E83F7CA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93E27-8BEC-9C2F-8933-0AD08741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27FE-4065-76A9-85AD-4C239D1D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2B8B4-2353-7B3E-8D66-3241063F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69F5-0213-78A9-1DD0-260A4EDB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4EFCE-7764-653C-F0C0-F130FC4D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05092-C099-D583-DC2B-FBCB90FA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9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8C04F-614C-D880-2814-65B5DE2C7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F5310-F591-F7C8-48E3-E3E50FE52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DC7F-E5A3-6182-6C73-B36ED874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0A35-C3C5-5DA6-8F35-0781B01C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5974-0A8F-EF57-3310-4C5C9F9B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3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DBA0-C554-70E1-3ABE-9DBE80DB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0124A-049D-6247-9311-8223F4DA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680D1-AF45-6209-63ED-A573EE856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35C06-33E8-45E9-B202-6602A6ABBAC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42B38-272A-A93B-0962-EB9C6AB1C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ADCF-2141-878D-6547-578E57643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0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F9390-3A29-5441-AB56-CD36D6AF3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21"/>
          <a:stretch>
            <a:fillRect/>
          </a:stretch>
        </p:blipFill>
        <p:spPr>
          <a:xfrm>
            <a:off x="0" y="-1"/>
            <a:ext cx="12219700" cy="54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1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Gerring</dc:creator>
  <cp:lastModifiedBy>Steven Gerring</cp:lastModifiedBy>
  <cp:revision>2</cp:revision>
  <dcterms:created xsi:type="dcterms:W3CDTF">2026-05-03T17:18:15Z</dcterms:created>
  <dcterms:modified xsi:type="dcterms:W3CDTF">2026-05-17T00:28:39Z</dcterms:modified>
</cp:coreProperties>
</file>
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>
        <p:scale>
          <a:sx n="50" d="100"/>
          <a:sy n="50" d="100"/>
        </p:scale>
        <p:origin x="422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1D64-A2D9-20A9-5B46-C18818F9A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E63FF6-AFA2-F239-03D0-FC15A2178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C73E5-862A-D47A-1C6F-B7454C2B0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71195-7EC4-9BC9-C133-3158C552B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C9FE9-E12B-D05B-41F1-9EDCE9284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10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76541-4D4D-CF86-1165-2BA866A2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B425B-D9C0-CE3A-1E78-52C1594A3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9CC5A-D98F-8B9E-F67E-DDF900A4A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A89A8-0270-0E5C-AD52-B5723DD8F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7F37-924E-ADF5-B95F-B9DC2EE6B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602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17E1C-64F9-CC61-00C7-B36112B3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FC9B6B-98C3-27D6-3829-69FA7CD6C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EE226-5E6F-DACB-9405-F78BFF9C4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76AE4-02CF-1BFA-E480-50CBFCD9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6EA0F-00C7-78CB-6653-E363387D0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642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68267-2153-50A9-9F1A-895819B37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856F9-D60D-7F35-0114-A677531708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D0ACA-420E-09ED-1BF5-9E0C023AB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B1A45-60B3-3E03-751A-E86EA384C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6153A0-37F7-297C-DBF3-FE9FDECB2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69C47-653F-FA52-6911-2A15F5CED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22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DE019-DE50-62B2-55AA-B039BC05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4D90D-432F-FF6D-7140-9B2ED9534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76A6AE-1B53-6088-0DB3-1E1A81012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05DD32-F6FE-ADC5-656D-B7F84BAED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7C77B-32E4-7F31-7D44-0D89E2248F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A8FA1-47BB-068C-3503-3C4BA7677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23E85D-1292-C089-D641-51B787E73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4A901-E015-2B0E-0AC1-523A2A7D3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3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08806-CB19-33C8-4B9D-C1D6DED79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261D4D-8A83-8974-DFBE-B559CDC55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F32705-98A3-9763-01B7-A68014351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12B12E-BB59-0AF8-7023-B5C8FCCC2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7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055CE-61E4-1A06-4C0F-F7200041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C3659E-B956-53BA-23C0-0B343783D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CD8F3-5324-1162-9D66-E7A9CAB1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2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491BA-860B-5174-C9AA-483A05FF9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5B78B-FB89-E09E-C2B0-754F60B6F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B68AF-8853-560C-2FE2-4CEE6421A9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48F59-BFF8-E7F3-ED71-6BB8835ED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ABA6A-83A5-8439-310C-840A31C9D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701A3D-7CBC-73C5-54FA-FCACF700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02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75FD4-1B5C-3A1C-FD9E-001D2471A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0DF65-D689-481B-F1A2-1221689E62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94DB6-4F73-1045-108C-1AA7E5D664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EF0B9A-9B88-9851-00F8-FC60DE28F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905DC-EF23-2DD5-9FB8-9E83F7CAD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F93E27-8BEC-9C2F-8933-0AD08741B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55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27FE-4065-76A9-85AD-4C239D1D9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82B8B4-2353-7B3E-8D66-3241063F6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2C69F5-0213-78A9-1DD0-260A4EDB7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4EFCE-7764-653C-F0C0-F130FC4D4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05092-C099-D583-DC2B-FBCB90FA0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94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B8C04F-614C-D880-2814-65B5DE2C79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F5310-F591-F7C8-48E3-E3E50FE52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DDC7F-E5A3-6182-6C73-B36ED8741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5C06-33E8-45E9-B202-6602A6ABBA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5E0A35-C3C5-5DA6-8F35-0781B01CF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45974-0A8F-EF57-3310-4C5C9F9B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835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8CDBA0-C554-70E1-3ABE-9DBE80DB0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0124A-049D-6247-9311-8223F4DAB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680D1-AF45-6209-63ED-A573EE8564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35C06-33E8-45E9-B202-6602A6ABBACC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42B38-272A-A93B-0962-EB9C6AB1C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9ADCF-2141-878D-6547-578E57643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557F2-CCD0-465E-BB12-F7BEAE54DB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603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5F9390-3A29-5441-AB56-CD36D6AF3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921"/>
          <a:stretch>
            <a:fillRect/>
          </a:stretch>
        </p:blipFill>
        <p:spPr>
          <a:xfrm>
            <a:off x="0" y="2385060"/>
            <a:ext cx="12192000" cy="54178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BEABFC3-4A19-42D9-B72A-DA17CF5A2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8" t="4712" r="4228" b="85986"/>
          <a:stretch>
            <a:fillRect/>
          </a:stretch>
        </p:blipFill>
        <p:spPr>
          <a:xfrm>
            <a:off x="481180" y="828735"/>
            <a:ext cx="11229640" cy="718282"/>
          </a:xfrm>
          <a:custGeom>
            <a:avLst/>
            <a:gdLst/>
            <a:ahLst/>
            <a:cxnLst/>
            <a:rect l="l" t="t" r="r" b="b"/>
            <a:pathLst>
              <a:path w="11229640" h="718282">
                <a:moveTo>
                  <a:pt x="5802586" y="400683"/>
                </a:moveTo>
                <a:cubicBezTo>
                  <a:pt x="5785942" y="400683"/>
                  <a:pt x="5771754" y="401910"/>
                  <a:pt x="5760021" y="404366"/>
                </a:cubicBezTo>
                <a:cubicBezTo>
                  <a:pt x="5748288" y="406822"/>
                  <a:pt x="5738739" y="410505"/>
                  <a:pt x="5731372" y="415417"/>
                </a:cubicBezTo>
                <a:cubicBezTo>
                  <a:pt x="5724005" y="420328"/>
                  <a:pt x="5718616" y="426262"/>
                  <a:pt x="5715205" y="433220"/>
                </a:cubicBezTo>
                <a:cubicBezTo>
                  <a:pt x="5711794" y="440178"/>
                  <a:pt x="5710089" y="448159"/>
                  <a:pt x="5710089" y="457163"/>
                </a:cubicBezTo>
                <a:cubicBezTo>
                  <a:pt x="5710089" y="472443"/>
                  <a:pt x="5714933" y="484448"/>
                  <a:pt x="5724618" y="493179"/>
                </a:cubicBezTo>
                <a:cubicBezTo>
                  <a:pt x="5734305" y="501910"/>
                  <a:pt x="5747743" y="506276"/>
                  <a:pt x="5764933" y="506276"/>
                </a:cubicBezTo>
                <a:cubicBezTo>
                  <a:pt x="5779394" y="506276"/>
                  <a:pt x="5792695" y="502593"/>
                  <a:pt x="5804837" y="495226"/>
                </a:cubicBezTo>
                <a:cubicBezTo>
                  <a:pt x="5816979" y="487859"/>
                  <a:pt x="5829325" y="477081"/>
                  <a:pt x="5841876" y="462893"/>
                </a:cubicBezTo>
                <a:lnTo>
                  <a:pt x="5841876" y="400683"/>
                </a:lnTo>
                <a:close/>
                <a:moveTo>
                  <a:pt x="725761" y="400683"/>
                </a:moveTo>
                <a:cubicBezTo>
                  <a:pt x="709117" y="400683"/>
                  <a:pt x="694929" y="401910"/>
                  <a:pt x="683196" y="404366"/>
                </a:cubicBezTo>
                <a:cubicBezTo>
                  <a:pt x="671463" y="406822"/>
                  <a:pt x="661913" y="410505"/>
                  <a:pt x="654546" y="415417"/>
                </a:cubicBezTo>
                <a:cubicBezTo>
                  <a:pt x="647180" y="420328"/>
                  <a:pt x="641790" y="426262"/>
                  <a:pt x="638380" y="433220"/>
                </a:cubicBezTo>
                <a:cubicBezTo>
                  <a:pt x="634969" y="440178"/>
                  <a:pt x="633264" y="448159"/>
                  <a:pt x="633264" y="457163"/>
                </a:cubicBezTo>
                <a:cubicBezTo>
                  <a:pt x="633264" y="472443"/>
                  <a:pt x="638107" y="484448"/>
                  <a:pt x="647794" y="493179"/>
                </a:cubicBezTo>
                <a:cubicBezTo>
                  <a:pt x="657480" y="501910"/>
                  <a:pt x="670918" y="506276"/>
                  <a:pt x="688107" y="506276"/>
                </a:cubicBezTo>
                <a:cubicBezTo>
                  <a:pt x="702568" y="506276"/>
                  <a:pt x="715870" y="502593"/>
                  <a:pt x="728012" y="495226"/>
                </a:cubicBezTo>
                <a:cubicBezTo>
                  <a:pt x="740154" y="487859"/>
                  <a:pt x="752500" y="477081"/>
                  <a:pt x="765052" y="462893"/>
                </a:cubicBezTo>
                <a:lnTo>
                  <a:pt x="765052" y="400683"/>
                </a:lnTo>
                <a:close/>
                <a:moveTo>
                  <a:pt x="9211494" y="255389"/>
                </a:moveTo>
                <a:cubicBezTo>
                  <a:pt x="9204672" y="255389"/>
                  <a:pt x="9197919" y="256412"/>
                  <a:pt x="9191235" y="258459"/>
                </a:cubicBezTo>
                <a:cubicBezTo>
                  <a:pt x="9184551" y="260505"/>
                  <a:pt x="9177728" y="263847"/>
                  <a:pt x="9170770" y="268486"/>
                </a:cubicBezTo>
                <a:cubicBezTo>
                  <a:pt x="9163813" y="273124"/>
                  <a:pt x="9156650" y="279127"/>
                  <a:pt x="9149283" y="286494"/>
                </a:cubicBezTo>
                <a:cubicBezTo>
                  <a:pt x="9141916" y="293861"/>
                  <a:pt x="9134140" y="303002"/>
                  <a:pt x="9125955" y="313916"/>
                </a:cubicBezTo>
                <a:lnTo>
                  <a:pt x="9125955" y="434243"/>
                </a:lnTo>
                <a:cubicBezTo>
                  <a:pt x="9140417" y="452524"/>
                  <a:pt x="9154195" y="466644"/>
                  <a:pt x="9167292" y="476604"/>
                </a:cubicBezTo>
                <a:cubicBezTo>
                  <a:pt x="9180388" y="486563"/>
                  <a:pt x="9194031" y="491542"/>
                  <a:pt x="9208219" y="491542"/>
                </a:cubicBezTo>
                <a:cubicBezTo>
                  <a:pt x="9221589" y="491542"/>
                  <a:pt x="9232981" y="488131"/>
                  <a:pt x="9242394" y="481310"/>
                </a:cubicBezTo>
                <a:cubicBezTo>
                  <a:pt x="9251807" y="474489"/>
                  <a:pt x="9259516" y="465553"/>
                  <a:pt x="9265518" y="454503"/>
                </a:cubicBezTo>
                <a:cubicBezTo>
                  <a:pt x="9271522" y="443452"/>
                  <a:pt x="9275954" y="430969"/>
                  <a:pt x="9278819" y="417054"/>
                </a:cubicBezTo>
                <a:cubicBezTo>
                  <a:pt x="9281685" y="403138"/>
                  <a:pt x="9283116" y="389223"/>
                  <a:pt x="9283116" y="375307"/>
                </a:cubicBezTo>
                <a:cubicBezTo>
                  <a:pt x="9283116" y="359755"/>
                  <a:pt x="9281957" y="344816"/>
                  <a:pt x="9279638" y="330492"/>
                </a:cubicBezTo>
                <a:cubicBezTo>
                  <a:pt x="9277319" y="316167"/>
                  <a:pt x="9273362" y="303411"/>
                  <a:pt x="9267769" y="292224"/>
                </a:cubicBezTo>
                <a:cubicBezTo>
                  <a:pt x="9262176" y="281037"/>
                  <a:pt x="9254809" y="272101"/>
                  <a:pt x="9245668" y="265416"/>
                </a:cubicBezTo>
                <a:cubicBezTo>
                  <a:pt x="9236527" y="258732"/>
                  <a:pt x="9225136" y="255389"/>
                  <a:pt x="9211494" y="255389"/>
                </a:cubicBezTo>
                <a:close/>
                <a:moveTo>
                  <a:pt x="3896544" y="255389"/>
                </a:moveTo>
                <a:cubicBezTo>
                  <a:pt x="3889723" y="255389"/>
                  <a:pt x="3882970" y="256412"/>
                  <a:pt x="3876285" y="258459"/>
                </a:cubicBezTo>
                <a:cubicBezTo>
                  <a:pt x="3869600" y="260505"/>
                  <a:pt x="3862779" y="263847"/>
                  <a:pt x="3855821" y="268486"/>
                </a:cubicBezTo>
                <a:cubicBezTo>
                  <a:pt x="3848864" y="273124"/>
                  <a:pt x="3841701" y="279127"/>
                  <a:pt x="3834334" y="286494"/>
                </a:cubicBezTo>
                <a:cubicBezTo>
                  <a:pt x="3826967" y="293861"/>
                  <a:pt x="3819191" y="303002"/>
                  <a:pt x="3811005" y="313916"/>
                </a:cubicBezTo>
                <a:lnTo>
                  <a:pt x="3811005" y="434243"/>
                </a:lnTo>
                <a:cubicBezTo>
                  <a:pt x="3825466" y="452524"/>
                  <a:pt x="3839246" y="466644"/>
                  <a:pt x="3852342" y="476604"/>
                </a:cubicBezTo>
                <a:cubicBezTo>
                  <a:pt x="3865439" y="486563"/>
                  <a:pt x="3879082" y="491542"/>
                  <a:pt x="3893270" y="491542"/>
                </a:cubicBezTo>
                <a:cubicBezTo>
                  <a:pt x="3906640" y="491542"/>
                  <a:pt x="3918032" y="488131"/>
                  <a:pt x="3927445" y="481310"/>
                </a:cubicBezTo>
                <a:cubicBezTo>
                  <a:pt x="3936858" y="474489"/>
                  <a:pt x="3944566" y="465553"/>
                  <a:pt x="3950569" y="454503"/>
                </a:cubicBezTo>
                <a:cubicBezTo>
                  <a:pt x="3956571" y="443452"/>
                  <a:pt x="3961005" y="430969"/>
                  <a:pt x="3963870" y="417054"/>
                </a:cubicBezTo>
                <a:cubicBezTo>
                  <a:pt x="3966735" y="403138"/>
                  <a:pt x="3968168" y="389223"/>
                  <a:pt x="3968168" y="375307"/>
                </a:cubicBezTo>
                <a:cubicBezTo>
                  <a:pt x="3968168" y="359755"/>
                  <a:pt x="3967007" y="344816"/>
                  <a:pt x="3964689" y="330492"/>
                </a:cubicBezTo>
                <a:cubicBezTo>
                  <a:pt x="3962370" y="316167"/>
                  <a:pt x="3958413" y="303411"/>
                  <a:pt x="3952820" y="292224"/>
                </a:cubicBezTo>
                <a:cubicBezTo>
                  <a:pt x="3947227" y="281037"/>
                  <a:pt x="3939859" y="272101"/>
                  <a:pt x="3930719" y="265416"/>
                </a:cubicBezTo>
                <a:cubicBezTo>
                  <a:pt x="3921578" y="258732"/>
                  <a:pt x="3910187" y="255389"/>
                  <a:pt x="3896544" y="255389"/>
                </a:cubicBezTo>
                <a:close/>
                <a:moveTo>
                  <a:pt x="8749493" y="248841"/>
                </a:moveTo>
                <a:cubicBezTo>
                  <a:pt x="8734215" y="248841"/>
                  <a:pt x="8720844" y="251637"/>
                  <a:pt x="8709384" y="257231"/>
                </a:cubicBezTo>
                <a:cubicBezTo>
                  <a:pt x="8697924" y="262824"/>
                  <a:pt x="8688511" y="271010"/>
                  <a:pt x="8681144" y="281787"/>
                </a:cubicBezTo>
                <a:cubicBezTo>
                  <a:pt x="8673777" y="292565"/>
                  <a:pt x="8668252" y="305526"/>
                  <a:pt x="8664568" y="320669"/>
                </a:cubicBezTo>
                <a:cubicBezTo>
                  <a:pt x="8660885" y="335812"/>
                  <a:pt x="8659043" y="353070"/>
                  <a:pt x="8659043" y="372442"/>
                </a:cubicBezTo>
                <a:cubicBezTo>
                  <a:pt x="8659043" y="390451"/>
                  <a:pt x="8660545" y="407026"/>
                  <a:pt x="8663545" y="422170"/>
                </a:cubicBezTo>
                <a:cubicBezTo>
                  <a:pt x="8666547" y="437313"/>
                  <a:pt x="8671390" y="450478"/>
                  <a:pt x="8678074" y="461665"/>
                </a:cubicBezTo>
                <a:cubicBezTo>
                  <a:pt x="8684759" y="472852"/>
                  <a:pt x="8693833" y="481515"/>
                  <a:pt x="8705291" y="487654"/>
                </a:cubicBezTo>
                <a:cubicBezTo>
                  <a:pt x="8716751" y="493793"/>
                  <a:pt x="8730940" y="496863"/>
                  <a:pt x="8747856" y="496863"/>
                </a:cubicBezTo>
                <a:cubicBezTo>
                  <a:pt x="8763410" y="496863"/>
                  <a:pt x="8776915" y="494066"/>
                  <a:pt x="8788375" y="488473"/>
                </a:cubicBezTo>
                <a:cubicBezTo>
                  <a:pt x="8799834" y="482879"/>
                  <a:pt x="8809248" y="474762"/>
                  <a:pt x="8816616" y="464121"/>
                </a:cubicBezTo>
                <a:cubicBezTo>
                  <a:pt x="8823982" y="453479"/>
                  <a:pt x="8829439" y="440587"/>
                  <a:pt x="8832986" y="425444"/>
                </a:cubicBezTo>
                <a:cubicBezTo>
                  <a:pt x="8836534" y="410301"/>
                  <a:pt x="8838306" y="393043"/>
                  <a:pt x="8838306" y="373670"/>
                </a:cubicBezTo>
                <a:cubicBezTo>
                  <a:pt x="8838306" y="355662"/>
                  <a:pt x="8836874" y="339086"/>
                  <a:pt x="8834010" y="323943"/>
                </a:cubicBezTo>
                <a:cubicBezTo>
                  <a:pt x="8831144" y="308800"/>
                  <a:pt x="8826303" y="295635"/>
                  <a:pt x="8819480" y="284448"/>
                </a:cubicBezTo>
                <a:cubicBezTo>
                  <a:pt x="8812659" y="273261"/>
                  <a:pt x="8803587" y="264530"/>
                  <a:pt x="8792264" y="258254"/>
                </a:cubicBezTo>
                <a:cubicBezTo>
                  <a:pt x="8780940" y="251978"/>
                  <a:pt x="8766683" y="248841"/>
                  <a:pt x="8749493" y="248841"/>
                </a:cubicBezTo>
                <a:close/>
                <a:moveTo>
                  <a:pt x="10318774" y="240246"/>
                </a:moveTo>
                <a:cubicBezTo>
                  <a:pt x="10305677" y="240246"/>
                  <a:pt x="10294286" y="242701"/>
                  <a:pt x="10284600" y="247613"/>
                </a:cubicBezTo>
                <a:cubicBezTo>
                  <a:pt x="10274914" y="252524"/>
                  <a:pt x="10266863" y="259141"/>
                  <a:pt x="10260452" y="267463"/>
                </a:cubicBezTo>
                <a:cubicBezTo>
                  <a:pt x="10254041" y="275785"/>
                  <a:pt x="10249130" y="285607"/>
                  <a:pt x="10245718" y="296931"/>
                </a:cubicBezTo>
                <a:cubicBezTo>
                  <a:pt x="10242307" y="308254"/>
                  <a:pt x="10240330" y="320328"/>
                  <a:pt x="10239784" y="333152"/>
                </a:cubicBezTo>
                <a:lnTo>
                  <a:pt x="10393672" y="333152"/>
                </a:lnTo>
                <a:cubicBezTo>
                  <a:pt x="10394491" y="304230"/>
                  <a:pt x="10388693" y="281515"/>
                  <a:pt x="10376279" y="265007"/>
                </a:cubicBezTo>
                <a:cubicBezTo>
                  <a:pt x="10363863" y="248500"/>
                  <a:pt x="10344696" y="240246"/>
                  <a:pt x="10318774" y="240246"/>
                </a:cubicBezTo>
                <a:close/>
                <a:moveTo>
                  <a:pt x="8108974" y="240246"/>
                </a:moveTo>
                <a:cubicBezTo>
                  <a:pt x="8095877" y="240246"/>
                  <a:pt x="8084488" y="242701"/>
                  <a:pt x="8074801" y="247613"/>
                </a:cubicBezTo>
                <a:cubicBezTo>
                  <a:pt x="8065114" y="252524"/>
                  <a:pt x="8057065" y="259141"/>
                  <a:pt x="8050652" y="267463"/>
                </a:cubicBezTo>
                <a:cubicBezTo>
                  <a:pt x="8044240" y="275785"/>
                  <a:pt x="8039330" y="285607"/>
                  <a:pt x="8035918" y="296931"/>
                </a:cubicBezTo>
                <a:cubicBezTo>
                  <a:pt x="8032509" y="308254"/>
                  <a:pt x="8030530" y="320328"/>
                  <a:pt x="8029984" y="333152"/>
                </a:cubicBezTo>
                <a:lnTo>
                  <a:pt x="8183872" y="333152"/>
                </a:lnTo>
                <a:cubicBezTo>
                  <a:pt x="8184692" y="304230"/>
                  <a:pt x="8178893" y="281515"/>
                  <a:pt x="8166478" y="265007"/>
                </a:cubicBezTo>
                <a:cubicBezTo>
                  <a:pt x="8154064" y="248500"/>
                  <a:pt x="8134895" y="240246"/>
                  <a:pt x="8108974" y="240246"/>
                </a:cubicBezTo>
                <a:close/>
                <a:moveTo>
                  <a:pt x="7299350" y="240246"/>
                </a:moveTo>
                <a:cubicBezTo>
                  <a:pt x="7286254" y="240246"/>
                  <a:pt x="7274863" y="242701"/>
                  <a:pt x="7265176" y="247613"/>
                </a:cubicBezTo>
                <a:cubicBezTo>
                  <a:pt x="7255489" y="252524"/>
                  <a:pt x="7247441" y="259141"/>
                  <a:pt x="7241029" y="267463"/>
                </a:cubicBezTo>
                <a:cubicBezTo>
                  <a:pt x="7234616" y="275785"/>
                  <a:pt x="7229705" y="285607"/>
                  <a:pt x="7226294" y="296931"/>
                </a:cubicBezTo>
                <a:cubicBezTo>
                  <a:pt x="7222884" y="308254"/>
                  <a:pt x="7220906" y="320328"/>
                  <a:pt x="7220360" y="333152"/>
                </a:cubicBezTo>
                <a:lnTo>
                  <a:pt x="7374248" y="333152"/>
                </a:lnTo>
                <a:cubicBezTo>
                  <a:pt x="7375067" y="304230"/>
                  <a:pt x="7369268" y="281515"/>
                  <a:pt x="7356854" y="265007"/>
                </a:cubicBezTo>
                <a:cubicBezTo>
                  <a:pt x="7344440" y="248500"/>
                  <a:pt x="7325272" y="240246"/>
                  <a:pt x="7299350" y="240246"/>
                </a:cubicBezTo>
                <a:close/>
                <a:moveTo>
                  <a:pt x="4527576" y="240246"/>
                </a:moveTo>
                <a:cubicBezTo>
                  <a:pt x="4514478" y="240246"/>
                  <a:pt x="4503088" y="242701"/>
                  <a:pt x="4493401" y="247613"/>
                </a:cubicBezTo>
                <a:cubicBezTo>
                  <a:pt x="4483715" y="252524"/>
                  <a:pt x="4475665" y="259141"/>
                  <a:pt x="4469253" y="267463"/>
                </a:cubicBezTo>
                <a:cubicBezTo>
                  <a:pt x="4462842" y="275785"/>
                  <a:pt x="4457930" y="285607"/>
                  <a:pt x="4454520" y="296931"/>
                </a:cubicBezTo>
                <a:cubicBezTo>
                  <a:pt x="4451109" y="308254"/>
                  <a:pt x="4449131" y="320328"/>
                  <a:pt x="4448585" y="333152"/>
                </a:cubicBezTo>
                <a:lnTo>
                  <a:pt x="4602473" y="333152"/>
                </a:lnTo>
                <a:cubicBezTo>
                  <a:pt x="4603292" y="304230"/>
                  <a:pt x="4597494" y="281515"/>
                  <a:pt x="4585079" y="265007"/>
                </a:cubicBezTo>
                <a:cubicBezTo>
                  <a:pt x="4572664" y="248500"/>
                  <a:pt x="4553497" y="240246"/>
                  <a:pt x="4527576" y="240246"/>
                </a:cubicBezTo>
                <a:close/>
                <a:moveTo>
                  <a:pt x="2765450" y="240246"/>
                </a:moveTo>
                <a:cubicBezTo>
                  <a:pt x="2752354" y="240246"/>
                  <a:pt x="2740962" y="242701"/>
                  <a:pt x="2731275" y="247613"/>
                </a:cubicBezTo>
                <a:cubicBezTo>
                  <a:pt x="2721589" y="252524"/>
                  <a:pt x="2713540" y="259141"/>
                  <a:pt x="2707128" y="267463"/>
                </a:cubicBezTo>
                <a:cubicBezTo>
                  <a:pt x="2700716" y="275785"/>
                  <a:pt x="2695805" y="285607"/>
                  <a:pt x="2692394" y="296931"/>
                </a:cubicBezTo>
                <a:cubicBezTo>
                  <a:pt x="2688984" y="308254"/>
                  <a:pt x="2687005" y="320328"/>
                  <a:pt x="2686459" y="333152"/>
                </a:cubicBezTo>
                <a:lnTo>
                  <a:pt x="2840348" y="333152"/>
                </a:lnTo>
                <a:cubicBezTo>
                  <a:pt x="2841166" y="304230"/>
                  <a:pt x="2835368" y="281515"/>
                  <a:pt x="2822954" y="265007"/>
                </a:cubicBezTo>
                <a:cubicBezTo>
                  <a:pt x="2810539" y="248500"/>
                  <a:pt x="2791371" y="240246"/>
                  <a:pt x="2765450" y="240246"/>
                </a:cubicBezTo>
                <a:close/>
                <a:moveTo>
                  <a:pt x="1812950" y="240246"/>
                </a:moveTo>
                <a:cubicBezTo>
                  <a:pt x="1799854" y="240246"/>
                  <a:pt x="1788462" y="242701"/>
                  <a:pt x="1778775" y="247613"/>
                </a:cubicBezTo>
                <a:cubicBezTo>
                  <a:pt x="1769089" y="252524"/>
                  <a:pt x="1761040" y="259141"/>
                  <a:pt x="1754628" y="267463"/>
                </a:cubicBezTo>
                <a:cubicBezTo>
                  <a:pt x="1748216" y="275785"/>
                  <a:pt x="1743305" y="285607"/>
                  <a:pt x="1739894" y="296931"/>
                </a:cubicBezTo>
                <a:cubicBezTo>
                  <a:pt x="1736483" y="308254"/>
                  <a:pt x="1734505" y="320328"/>
                  <a:pt x="1733959" y="333152"/>
                </a:cubicBezTo>
                <a:lnTo>
                  <a:pt x="1887848" y="333152"/>
                </a:lnTo>
                <a:cubicBezTo>
                  <a:pt x="1888666" y="304230"/>
                  <a:pt x="1882868" y="281515"/>
                  <a:pt x="1870454" y="265007"/>
                </a:cubicBezTo>
                <a:cubicBezTo>
                  <a:pt x="1858039" y="248500"/>
                  <a:pt x="1838871" y="240246"/>
                  <a:pt x="1812950" y="240246"/>
                </a:cubicBezTo>
                <a:close/>
                <a:moveTo>
                  <a:pt x="7564562" y="174352"/>
                </a:moveTo>
                <a:cubicBezTo>
                  <a:pt x="7575749" y="174352"/>
                  <a:pt x="7584753" y="174693"/>
                  <a:pt x="7591575" y="175375"/>
                </a:cubicBezTo>
                <a:cubicBezTo>
                  <a:pt x="7598396" y="176058"/>
                  <a:pt x="7603785" y="177012"/>
                  <a:pt x="7607741" y="178240"/>
                </a:cubicBezTo>
                <a:cubicBezTo>
                  <a:pt x="7611698" y="179468"/>
                  <a:pt x="7614494" y="181242"/>
                  <a:pt x="7616131" y="183561"/>
                </a:cubicBezTo>
                <a:cubicBezTo>
                  <a:pt x="7617768" y="185880"/>
                  <a:pt x="7619133" y="188677"/>
                  <a:pt x="7620224" y="191951"/>
                </a:cubicBezTo>
                <a:lnTo>
                  <a:pt x="7703307" y="460028"/>
                </a:lnTo>
                <a:lnTo>
                  <a:pt x="7705763" y="470260"/>
                </a:lnTo>
                <a:lnTo>
                  <a:pt x="7708219" y="460028"/>
                </a:lnTo>
                <a:lnTo>
                  <a:pt x="7790074" y="191951"/>
                </a:lnTo>
                <a:cubicBezTo>
                  <a:pt x="7790893" y="188677"/>
                  <a:pt x="7792189" y="185880"/>
                  <a:pt x="7793962" y="183561"/>
                </a:cubicBezTo>
                <a:cubicBezTo>
                  <a:pt x="7795736" y="181242"/>
                  <a:pt x="7798533" y="179468"/>
                  <a:pt x="7802352" y="178240"/>
                </a:cubicBezTo>
                <a:cubicBezTo>
                  <a:pt x="7806173" y="177012"/>
                  <a:pt x="7811288" y="176058"/>
                  <a:pt x="7817700" y="175375"/>
                </a:cubicBezTo>
                <a:cubicBezTo>
                  <a:pt x="7824112" y="174693"/>
                  <a:pt x="7832502" y="174352"/>
                  <a:pt x="7842871" y="174352"/>
                </a:cubicBezTo>
                <a:cubicBezTo>
                  <a:pt x="7852966" y="174352"/>
                  <a:pt x="7861220" y="174625"/>
                  <a:pt x="7867631" y="175171"/>
                </a:cubicBezTo>
                <a:cubicBezTo>
                  <a:pt x="7874045" y="175716"/>
                  <a:pt x="7879024" y="176671"/>
                  <a:pt x="7882570" y="178036"/>
                </a:cubicBezTo>
                <a:cubicBezTo>
                  <a:pt x="7886118" y="179400"/>
                  <a:pt x="7888574" y="181105"/>
                  <a:pt x="7889938" y="183152"/>
                </a:cubicBezTo>
                <a:cubicBezTo>
                  <a:pt x="7891301" y="185198"/>
                  <a:pt x="7891983" y="187585"/>
                  <a:pt x="7891983" y="190314"/>
                </a:cubicBezTo>
                <a:cubicBezTo>
                  <a:pt x="7891983" y="191678"/>
                  <a:pt x="7891916" y="193315"/>
                  <a:pt x="7891780" y="195225"/>
                </a:cubicBezTo>
                <a:cubicBezTo>
                  <a:pt x="7891644" y="197135"/>
                  <a:pt x="7891370" y="199250"/>
                  <a:pt x="7890960" y="201569"/>
                </a:cubicBezTo>
                <a:cubicBezTo>
                  <a:pt x="7890551" y="203888"/>
                  <a:pt x="7890007" y="206549"/>
                  <a:pt x="7889324" y="209550"/>
                </a:cubicBezTo>
                <a:cubicBezTo>
                  <a:pt x="7888642" y="212551"/>
                  <a:pt x="7887755" y="215962"/>
                  <a:pt x="7886664" y="219782"/>
                </a:cubicBezTo>
                <a:lnTo>
                  <a:pt x="7776977" y="550069"/>
                </a:lnTo>
                <a:cubicBezTo>
                  <a:pt x="7775613" y="554707"/>
                  <a:pt x="7773772" y="558459"/>
                  <a:pt x="7771452" y="561324"/>
                </a:cubicBezTo>
                <a:cubicBezTo>
                  <a:pt x="7769133" y="564189"/>
                  <a:pt x="7765313" y="566440"/>
                  <a:pt x="7759992" y="568077"/>
                </a:cubicBezTo>
                <a:cubicBezTo>
                  <a:pt x="7754672" y="569714"/>
                  <a:pt x="7747441" y="570805"/>
                  <a:pt x="7738300" y="571351"/>
                </a:cubicBezTo>
                <a:cubicBezTo>
                  <a:pt x="7729160" y="571897"/>
                  <a:pt x="7717223" y="572170"/>
                  <a:pt x="7702489" y="572170"/>
                </a:cubicBezTo>
                <a:cubicBezTo>
                  <a:pt x="7688028" y="572170"/>
                  <a:pt x="7676227" y="571829"/>
                  <a:pt x="7667086" y="571147"/>
                </a:cubicBezTo>
                <a:cubicBezTo>
                  <a:pt x="7657946" y="570464"/>
                  <a:pt x="7650784" y="569305"/>
                  <a:pt x="7645599" y="567668"/>
                </a:cubicBezTo>
                <a:cubicBezTo>
                  <a:pt x="7640415" y="566031"/>
                  <a:pt x="7636663" y="563780"/>
                  <a:pt x="7634344" y="560915"/>
                </a:cubicBezTo>
                <a:cubicBezTo>
                  <a:pt x="7632025" y="558050"/>
                  <a:pt x="7630183" y="554434"/>
                  <a:pt x="7628819" y="550069"/>
                </a:cubicBezTo>
                <a:lnTo>
                  <a:pt x="7519132" y="219782"/>
                </a:lnTo>
                <a:cubicBezTo>
                  <a:pt x="7517495" y="214325"/>
                  <a:pt x="7516200" y="209414"/>
                  <a:pt x="7515244" y="205048"/>
                </a:cubicBezTo>
                <a:cubicBezTo>
                  <a:pt x="7514290" y="200682"/>
                  <a:pt x="7513744" y="197545"/>
                  <a:pt x="7513607" y="195635"/>
                </a:cubicBezTo>
                <a:cubicBezTo>
                  <a:pt x="7513471" y="193725"/>
                  <a:pt x="7513403" y="191951"/>
                  <a:pt x="7513403" y="190314"/>
                </a:cubicBezTo>
                <a:cubicBezTo>
                  <a:pt x="7513403" y="187585"/>
                  <a:pt x="7514153" y="185198"/>
                  <a:pt x="7515653" y="183152"/>
                </a:cubicBezTo>
                <a:cubicBezTo>
                  <a:pt x="7517155" y="181105"/>
                  <a:pt x="7519814" y="179400"/>
                  <a:pt x="7523634" y="178036"/>
                </a:cubicBezTo>
                <a:cubicBezTo>
                  <a:pt x="7527454" y="176671"/>
                  <a:pt x="7532707" y="175716"/>
                  <a:pt x="7539392" y="175171"/>
                </a:cubicBezTo>
                <a:cubicBezTo>
                  <a:pt x="7546077" y="174625"/>
                  <a:pt x="7554467" y="174352"/>
                  <a:pt x="7564562" y="174352"/>
                </a:cubicBezTo>
                <a:close/>
                <a:moveTo>
                  <a:pt x="6032265" y="174352"/>
                </a:moveTo>
                <a:cubicBezTo>
                  <a:pt x="6043998" y="174352"/>
                  <a:pt x="6053275" y="174557"/>
                  <a:pt x="6060096" y="174966"/>
                </a:cubicBezTo>
                <a:cubicBezTo>
                  <a:pt x="6066918" y="175375"/>
                  <a:pt x="6072238" y="176399"/>
                  <a:pt x="6076058" y="178036"/>
                </a:cubicBezTo>
                <a:cubicBezTo>
                  <a:pt x="6079878" y="179673"/>
                  <a:pt x="6082743" y="182197"/>
                  <a:pt x="6084653" y="185607"/>
                </a:cubicBezTo>
                <a:cubicBezTo>
                  <a:pt x="6086563" y="189018"/>
                  <a:pt x="6088473" y="193861"/>
                  <a:pt x="6090382" y="200137"/>
                </a:cubicBezTo>
                <a:lnTo>
                  <a:pt x="6176330" y="444475"/>
                </a:lnTo>
                <a:lnTo>
                  <a:pt x="6177559" y="444475"/>
                </a:lnTo>
                <a:lnTo>
                  <a:pt x="6256140" y="195225"/>
                </a:lnTo>
                <a:cubicBezTo>
                  <a:pt x="6257777" y="188131"/>
                  <a:pt x="6259891" y="183424"/>
                  <a:pt x="6262484" y="181105"/>
                </a:cubicBezTo>
                <a:cubicBezTo>
                  <a:pt x="6265076" y="178786"/>
                  <a:pt x="6269373" y="177081"/>
                  <a:pt x="6275376" y="175989"/>
                </a:cubicBezTo>
                <a:cubicBezTo>
                  <a:pt x="6281378" y="174898"/>
                  <a:pt x="6291884" y="174352"/>
                  <a:pt x="6306890" y="174352"/>
                </a:cubicBezTo>
                <a:cubicBezTo>
                  <a:pt x="6318623" y="174352"/>
                  <a:pt x="6328377" y="174898"/>
                  <a:pt x="6336154" y="175989"/>
                </a:cubicBezTo>
                <a:cubicBezTo>
                  <a:pt x="6343930" y="177081"/>
                  <a:pt x="6349660" y="179127"/>
                  <a:pt x="6353343" y="182128"/>
                </a:cubicBezTo>
                <a:cubicBezTo>
                  <a:pt x="6357027" y="185130"/>
                  <a:pt x="6358868" y="189154"/>
                  <a:pt x="6358868" y="194202"/>
                </a:cubicBezTo>
                <a:cubicBezTo>
                  <a:pt x="6358868" y="199250"/>
                  <a:pt x="6357777" y="205184"/>
                  <a:pt x="6355594" y="212006"/>
                </a:cubicBezTo>
                <a:lnTo>
                  <a:pt x="6234039" y="569714"/>
                </a:lnTo>
                <a:lnTo>
                  <a:pt x="6189837" y="699046"/>
                </a:lnTo>
                <a:cubicBezTo>
                  <a:pt x="6187381" y="705867"/>
                  <a:pt x="6180696" y="710778"/>
                  <a:pt x="6169782" y="713780"/>
                </a:cubicBezTo>
                <a:cubicBezTo>
                  <a:pt x="6158868" y="716781"/>
                  <a:pt x="6142906" y="718282"/>
                  <a:pt x="6121897" y="718282"/>
                </a:cubicBezTo>
                <a:cubicBezTo>
                  <a:pt x="6110982" y="718282"/>
                  <a:pt x="6102251" y="717804"/>
                  <a:pt x="6095703" y="716849"/>
                </a:cubicBezTo>
                <a:cubicBezTo>
                  <a:pt x="6089155" y="715894"/>
                  <a:pt x="6084243" y="714325"/>
                  <a:pt x="6080969" y="712143"/>
                </a:cubicBezTo>
                <a:cubicBezTo>
                  <a:pt x="6077695" y="709960"/>
                  <a:pt x="6075921" y="707231"/>
                  <a:pt x="6075648" y="703957"/>
                </a:cubicBezTo>
                <a:cubicBezTo>
                  <a:pt x="6075376" y="700683"/>
                  <a:pt x="6076194" y="696727"/>
                  <a:pt x="6078104" y="692088"/>
                </a:cubicBezTo>
                <a:lnTo>
                  <a:pt x="6126808" y="569714"/>
                </a:lnTo>
                <a:cubicBezTo>
                  <a:pt x="6123261" y="568077"/>
                  <a:pt x="6120055" y="565553"/>
                  <a:pt x="6117190" y="562142"/>
                </a:cubicBezTo>
                <a:cubicBezTo>
                  <a:pt x="6114325" y="558732"/>
                  <a:pt x="6112211" y="555116"/>
                  <a:pt x="6110846" y="551297"/>
                </a:cubicBezTo>
                <a:lnTo>
                  <a:pt x="5985198" y="215689"/>
                </a:lnTo>
                <a:cubicBezTo>
                  <a:pt x="5981651" y="206139"/>
                  <a:pt x="5979878" y="198841"/>
                  <a:pt x="5979878" y="193793"/>
                </a:cubicBezTo>
                <a:cubicBezTo>
                  <a:pt x="5979878" y="188745"/>
                  <a:pt x="5981515" y="184789"/>
                  <a:pt x="5984789" y="181924"/>
                </a:cubicBezTo>
                <a:cubicBezTo>
                  <a:pt x="5988063" y="179059"/>
                  <a:pt x="5993588" y="177081"/>
                  <a:pt x="6001365" y="175989"/>
                </a:cubicBezTo>
                <a:cubicBezTo>
                  <a:pt x="6009141" y="174898"/>
                  <a:pt x="6019441" y="174352"/>
                  <a:pt x="6032265" y="174352"/>
                </a:cubicBezTo>
                <a:close/>
                <a:moveTo>
                  <a:pt x="10790262" y="167394"/>
                </a:moveTo>
                <a:cubicBezTo>
                  <a:pt x="10815090" y="167394"/>
                  <a:pt x="10836034" y="171487"/>
                  <a:pt x="10853087" y="179673"/>
                </a:cubicBezTo>
                <a:cubicBezTo>
                  <a:pt x="10870138" y="187858"/>
                  <a:pt x="10883919" y="198977"/>
                  <a:pt x="10894423" y="213029"/>
                </a:cubicBezTo>
                <a:cubicBezTo>
                  <a:pt x="10904927" y="227081"/>
                  <a:pt x="10912498" y="243520"/>
                  <a:pt x="10917138" y="262347"/>
                </a:cubicBezTo>
                <a:cubicBezTo>
                  <a:pt x="10921777" y="281174"/>
                  <a:pt x="10924096" y="303820"/>
                  <a:pt x="10924096" y="330287"/>
                </a:cubicBezTo>
                <a:lnTo>
                  <a:pt x="10924096" y="555799"/>
                </a:lnTo>
                <a:cubicBezTo>
                  <a:pt x="10924096" y="558527"/>
                  <a:pt x="10923277" y="560915"/>
                  <a:pt x="10921640" y="562961"/>
                </a:cubicBezTo>
                <a:cubicBezTo>
                  <a:pt x="10920003" y="565007"/>
                  <a:pt x="10917275" y="566713"/>
                  <a:pt x="10913454" y="568077"/>
                </a:cubicBezTo>
                <a:cubicBezTo>
                  <a:pt x="10909633" y="569441"/>
                  <a:pt x="10904383" y="570464"/>
                  <a:pt x="10897697" y="571147"/>
                </a:cubicBezTo>
                <a:cubicBezTo>
                  <a:pt x="10891011" y="571829"/>
                  <a:pt x="10882758" y="572170"/>
                  <a:pt x="10872937" y="572170"/>
                </a:cubicBezTo>
                <a:cubicBezTo>
                  <a:pt x="10862841" y="572170"/>
                  <a:pt x="10854452" y="571829"/>
                  <a:pt x="10847765" y="571147"/>
                </a:cubicBezTo>
                <a:cubicBezTo>
                  <a:pt x="10841080" y="570464"/>
                  <a:pt x="10835829" y="569441"/>
                  <a:pt x="10832008" y="568077"/>
                </a:cubicBezTo>
                <a:cubicBezTo>
                  <a:pt x="10828187" y="566713"/>
                  <a:pt x="10825460" y="565007"/>
                  <a:pt x="10823822" y="562961"/>
                </a:cubicBezTo>
                <a:cubicBezTo>
                  <a:pt x="10822186" y="560915"/>
                  <a:pt x="10821367" y="558527"/>
                  <a:pt x="10821367" y="555799"/>
                </a:cubicBezTo>
                <a:lnTo>
                  <a:pt x="10821367" y="347477"/>
                </a:lnTo>
                <a:cubicBezTo>
                  <a:pt x="10821367" y="329741"/>
                  <a:pt x="10820072" y="315826"/>
                  <a:pt x="10817479" y="305730"/>
                </a:cubicBezTo>
                <a:cubicBezTo>
                  <a:pt x="10814887" y="295635"/>
                  <a:pt x="10811135" y="286972"/>
                  <a:pt x="10806224" y="279741"/>
                </a:cubicBezTo>
                <a:cubicBezTo>
                  <a:pt x="10801313" y="272511"/>
                  <a:pt x="10794968" y="266917"/>
                  <a:pt x="10787192" y="262961"/>
                </a:cubicBezTo>
                <a:cubicBezTo>
                  <a:pt x="10779416" y="259004"/>
                  <a:pt x="10770344" y="257026"/>
                  <a:pt x="10759975" y="257026"/>
                </a:cubicBezTo>
                <a:cubicBezTo>
                  <a:pt x="10746878" y="257026"/>
                  <a:pt x="10733644" y="261801"/>
                  <a:pt x="10720276" y="271351"/>
                </a:cubicBezTo>
                <a:cubicBezTo>
                  <a:pt x="10706906" y="280901"/>
                  <a:pt x="10692991" y="294816"/>
                  <a:pt x="10678530" y="313097"/>
                </a:cubicBezTo>
                <a:lnTo>
                  <a:pt x="10678530" y="555799"/>
                </a:lnTo>
                <a:cubicBezTo>
                  <a:pt x="10678530" y="558527"/>
                  <a:pt x="10677710" y="560915"/>
                  <a:pt x="10676073" y="562961"/>
                </a:cubicBezTo>
                <a:cubicBezTo>
                  <a:pt x="10674436" y="565007"/>
                  <a:pt x="10671639" y="566713"/>
                  <a:pt x="10667683" y="568077"/>
                </a:cubicBezTo>
                <a:cubicBezTo>
                  <a:pt x="10663728" y="569441"/>
                  <a:pt x="10658474" y="570464"/>
                  <a:pt x="10651926" y="571147"/>
                </a:cubicBezTo>
                <a:cubicBezTo>
                  <a:pt x="10645378" y="571829"/>
                  <a:pt x="10637055" y="572170"/>
                  <a:pt x="10626960" y="572170"/>
                </a:cubicBezTo>
                <a:cubicBezTo>
                  <a:pt x="10616865" y="572170"/>
                  <a:pt x="10608543" y="571829"/>
                  <a:pt x="10601994" y="571147"/>
                </a:cubicBezTo>
                <a:cubicBezTo>
                  <a:pt x="10595446" y="570464"/>
                  <a:pt x="10590193" y="569441"/>
                  <a:pt x="10586237" y="568077"/>
                </a:cubicBezTo>
                <a:cubicBezTo>
                  <a:pt x="10582281" y="566713"/>
                  <a:pt x="10579484" y="565007"/>
                  <a:pt x="10577847" y="562961"/>
                </a:cubicBezTo>
                <a:cubicBezTo>
                  <a:pt x="10576210" y="560915"/>
                  <a:pt x="10575391" y="558527"/>
                  <a:pt x="10575391" y="555799"/>
                </a:cubicBezTo>
                <a:lnTo>
                  <a:pt x="10575391" y="190723"/>
                </a:lnTo>
                <a:cubicBezTo>
                  <a:pt x="10575391" y="187995"/>
                  <a:pt x="10576072" y="185607"/>
                  <a:pt x="10577437" y="183561"/>
                </a:cubicBezTo>
                <a:cubicBezTo>
                  <a:pt x="10578803" y="181514"/>
                  <a:pt x="10581258" y="179809"/>
                  <a:pt x="10584804" y="178445"/>
                </a:cubicBezTo>
                <a:cubicBezTo>
                  <a:pt x="10588351" y="177081"/>
                  <a:pt x="10592923" y="176058"/>
                  <a:pt x="10598515" y="175375"/>
                </a:cubicBezTo>
                <a:cubicBezTo>
                  <a:pt x="10604108" y="174693"/>
                  <a:pt x="10611135" y="174352"/>
                  <a:pt x="10619593" y="174352"/>
                </a:cubicBezTo>
                <a:cubicBezTo>
                  <a:pt x="10628325" y="174352"/>
                  <a:pt x="10635555" y="174693"/>
                  <a:pt x="10641285" y="175375"/>
                </a:cubicBezTo>
                <a:cubicBezTo>
                  <a:pt x="10647015" y="176058"/>
                  <a:pt x="10651449" y="177081"/>
                  <a:pt x="10654586" y="178445"/>
                </a:cubicBezTo>
                <a:cubicBezTo>
                  <a:pt x="10657724" y="179809"/>
                  <a:pt x="10659974" y="181514"/>
                  <a:pt x="10661339" y="183561"/>
                </a:cubicBezTo>
                <a:cubicBezTo>
                  <a:pt x="10662704" y="185607"/>
                  <a:pt x="10663386" y="187995"/>
                  <a:pt x="10663386" y="190723"/>
                </a:cubicBezTo>
                <a:lnTo>
                  <a:pt x="10663386" y="232879"/>
                </a:lnTo>
                <a:cubicBezTo>
                  <a:pt x="10683578" y="211051"/>
                  <a:pt x="10704109" y="194680"/>
                  <a:pt x="10724982" y="183766"/>
                </a:cubicBezTo>
                <a:cubicBezTo>
                  <a:pt x="10745855" y="172851"/>
                  <a:pt x="10767615" y="167394"/>
                  <a:pt x="10790262" y="167394"/>
                </a:cubicBezTo>
                <a:close/>
                <a:moveTo>
                  <a:pt x="10321230" y="167394"/>
                </a:moveTo>
                <a:cubicBezTo>
                  <a:pt x="10351788" y="167394"/>
                  <a:pt x="10377915" y="171896"/>
                  <a:pt x="10399606" y="180901"/>
                </a:cubicBezTo>
                <a:cubicBezTo>
                  <a:pt x="10421298" y="189905"/>
                  <a:pt x="10439102" y="202388"/>
                  <a:pt x="10453017" y="218349"/>
                </a:cubicBezTo>
                <a:cubicBezTo>
                  <a:pt x="10466933" y="234311"/>
                  <a:pt x="10477165" y="253206"/>
                  <a:pt x="10483713" y="275034"/>
                </a:cubicBezTo>
                <a:cubicBezTo>
                  <a:pt x="10490261" y="296863"/>
                  <a:pt x="10493536" y="320601"/>
                  <a:pt x="10493536" y="346249"/>
                </a:cubicBezTo>
                <a:lnTo>
                  <a:pt x="10493536" y="362620"/>
                </a:lnTo>
                <a:cubicBezTo>
                  <a:pt x="10493536" y="375171"/>
                  <a:pt x="10490738" y="384448"/>
                  <a:pt x="10485145" y="390451"/>
                </a:cubicBezTo>
                <a:cubicBezTo>
                  <a:pt x="10479553" y="396453"/>
                  <a:pt x="10471844" y="399455"/>
                  <a:pt x="10462021" y="399455"/>
                </a:cubicBezTo>
                <a:lnTo>
                  <a:pt x="10239784" y="399455"/>
                </a:lnTo>
                <a:cubicBezTo>
                  <a:pt x="10239784" y="415007"/>
                  <a:pt x="10241625" y="429127"/>
                  <a:pt x="10245309" y="441815"/>
                </a:cubicBezTo>
                <a:cubicBezTo>
                  <a:pt x="10248992" y="454503"/>
                  <a:pt x="10254861" y="465280"/>
                  <a:pt x="10262908" y="474148"/>
                </a:cubicBezTo>
                <a:cubicBezTo>
                  <a:pt x="10270956" y="483015"/>
                  <a:pt x="10281325" y="489769"/>
                  <a:pt x="10294013" y="494407"/>
                </a:cubicBezTo>
                <a:cubicBezTo>
                  <a:pt x="10306701" y="499046"/>
                  <a:pt x="10321911" y="501365"/>
                  <a:pt x="10339647" y="501365"/>
                </a:cubicBezTo>
                <a:cubicBezTo>
                  <a:pt x="10357656" y="501365"/>
                  <a:pt x="10373480" y="500069"/>
                  <a:pt x="10387124" y="497477"/>
                </a:cubicBezTo>
                <a:cubicBezTo>
                  <a:pt x="10400767" y="494885"/>
                  <a:pt x="10412566" y="492020"/>
                  <a:pt x="10422526" y="488882"/>
                </a:cubicBezTo>
                <a:cubicBezTo>
                  <a:pt x="10432486" y="485744"/>
                  <a:pt x="10440739" y="482879"/>
                  <a:pt x="10447288" y="480287"/>
                </a:cubicBezTo>
                <a:cubicBezTo>
                  <a:pt x="10453837" y="477695"/>
                  <a:pt x="10459156" y="476399"/>
                  <a:pt x="10463250" y="476399"/>
                </a:cubicBezTo>
                <a:cubicBezTo>
                  <a:pt x="10465705" y="476399"/>
                  <a:pt x="10467751" y="476876"/>
                  <a:pt x="10469388" y="477831"/>
                </a:cubicBezTo>
                <a:cubicBezTo>
                  <a:pt x="10471025" y="478786"/>
                  <a:pt x="10472390" y="480492"/>
                  <a:pt x="10473481" y="482947"/>
                </a:cubicBezTo>
                <a:cubicBezTo>
                  <a:pt x="10474572" y="485403"/>
                  <a:pt x="10475323" y="488882"/>
                  <a:pt x="10475732" y="493384"/>
                </a:cubicBezTo>
                <a:cubicBezTo>
                  <a:pt x="10476142" y="497886"/>
                  <a:pt x="10476346" y="503548"/>
                  <a:pt x="10476346" y="510369"/>
                </a:cubicBezTo>
                <a:cubicBezTo>
                  <a:pt x="10476346" y="516372"/>
                  <a:pt x="10476209" y="521487"/>
                  <a:pt x="10475937" y="525717"/>
                </a:cubicBezTo>
                <a:cubicBezTo>
                  <a:pt x="10475665" y="529946"/>
                  <a:pt x="10475255" y="533561"/>
                  <a:pt x="10474710" y="536563"/>
                </a:cubicBezTo>
                <a:cubicBezTo>
                  <a:pt x="10474162" y="539564"/>
                  <a:pt x="10473344" y="542088"/>
                  <a:pt x="10472253" y="544134"/>
                </a:cubicBezTo>
                <a:cubicBezTo>
                  <a:pt x="10471164" y="546181"/>
                  <a:pt x="10469730" y="548159"/>
                  <a:pt x="10467956" y="550069"/>
                </a:cubicBezTo>
                <a:cubicBezTo>
                  <a:pt x="10466181" y="551979"/>
                  <a:pt x="10461340" y="554571"/>
                  <a:pt x="10453426" y="557845"/>
                </a:cubicBezTo>
                <a:cubicBezTo>
                  <a:pt x="10445513" y="561119"/>
                  <a:pt x="10435418" y="564325"/>
                  <a:pt x="10423140" y="567463"/>
                </a:cubicBezTo>
                <a:cubicBezTo>
                  <a:pt x="10410862" y="570601"/>
                  <a:pt x="10396809" y="573329"/>
                  <a:pt x="10380984" y="575649"/>
                </a:cubicBezTo>
                <a:cubicBezTo>
                  <a:pt x="10365160" y="577968"/>
                  <a:pt x="10348242" y="579127"/>
                  <a:pt x="10330234" y="579127"/>
                </a:cubicBezTo>
                <a:cubicBezTo>
                  <a:pt x="10297765" y="579127"/>
                  <a:pt x="10269319" y="575035"/>
                  <a:pt x="10244900" y="566849"/>
                </a:cubicBezTo>
                <a:cubicBezTo>
                  <a:pt x="10220481" y="558664"/>
                  <a:pt x="10200084" y="546249"/>
                  <a:pt x="10183713" y="529605"/>
                </a:cubicBezTo>
                <a:cubicBezTo>
                  <a:pt x="10167342" y="512961"/>
                  <a:pt x="10155131" y="491951"/>
                  <a:pt x="10147082" y="466576"/>
                </a:cubicBezTo>
                <a:cubicBezTo>
                  <a:pt x="10139034" y="441201"/>
                  <a:pt x="10135009" y="411460"/>
                  <a:pt x="10135009" y="377354"/>
                </a:cubicBezTo>
                <a:cubicBezTo>
                  <a:pt x="10135009" y="344884"/>
                  <a:pt x="10139239" y="315621"/>
                  <a:pt x="10147696" y="289564"/>
                </a:cubicBezTo>
                <a:cubicBezTo>
                  <a:pt x="10156154" y="263506"/>
                  <a:pt x="10168432" y="241405"/>
                  <a:pt x="10184531" y="223261"/>
                </a:cubicBezTo>
                <a:cubicBezTo>
                  <a:pt x="10200630" y="205116"/>
                  <a:pt x="10220207" y="191269"/>
                  <a:pt x="10243263" y="181719"/>
                </a:cubicBezTo>
                <a:cubicBezTo>
                  <a:pt x="10266319" y="172169"/>
                  <a:pt x="10292308" y="167394"/>
                  <a:pt x="10321230" y="167394"/>
                </a:cubicBezTo>
                <a:close/>
                <a:moveTo>
                  <a:pt x="9681679" y="167394"/>
                </a:moveTo>
                <a:cubicBezTo>
                  <a:pt x="9696685" y="167394"/>
                  <a:pt x="9710192" y="168963"/>
                  <a:pt x="9722197" y="172101"/>
                </a:cubicBezTo>
                <a:cubicBezTo>
                  <a:pt x="9734203" y="175239"/>
                  <a:pt x="9744912" y="179741"/>
                  <a:pt x="9754325" y="185607"/>
                </a:cubicBezTo>
                <a:cubicBezTo>
                  <a:pt x="9763738" y="191474"/>
                  <a:pt x="9771855" y="198500"/>
                  <a:pt x="9778677" y="206685"/>
                </a:cubicBezTo>
                <a:cubicBezTo>
                  <a:pt x="9785499" y="214871"/>
                  <a:pt x="9791229" y="224011"/>
                  <a:pt x="9795867" y="234107"/>
                </a:cubicBezTo>
                <a:cubicBezTo>
                  <a:pt x="9806781" y="222374"/>
                  <a:pt x="9817490" y="212279"/>
                  <a:pt x="9827995" y="203820"/>
                </a:cubicBezTo>
                <a:cubicBezTo>
                  <a:pt x="9838501" y="195362"/>
                  <a:pt x="9848868" y="188472"/>
                  <a:pt x="9859100" y="183152"/>
                </a:cubicBezTo>
                <a:cubicBezTo>
                  <a:pt x="9869332" y="177831"/>
                  <a:pt x="9879564" y="173875"/>
                  <a:pt x="9889796" y="171283"/>
                </a:cubicBezTo>
                <a:cubicBezTo>
                  <a:pt x="9900028" y="168691"/>
                  <a:pt x="9910464" y="167394"/>
                  <a:pt x="9921105" y="167394"/>
                </a:cubicBezTo>
                <a:cubicBezTo>
                  <a:pt x="9945389" y="167394"/>
                  <a:pt x="9965853" y="171487"/>
                  <a:pt x="9982498" y="179673"/>
                </a:cubicBezTo>
                <a:cubicBezTo>
                  <a:pt x="9999141" y="187858"/>
                  <a:pt x="10012579" y="198977"/>
                  <a:pt x="10022811" y="213029"/>
                </a:cubicBezTo>
                <a:cubicBezTo>
                  <a:pt x="10033043" y="227081"/>
                  <a:pt x="10040341" y="243520"/>
                  <a:pt x="10044707" y="262347"/>
                </a:cubicBezTo>
                <a:cubicBezTo>
                  <a:pt x="10049073" y="281174"/>
                  <a:pt x="10051256" y="301092"/>
                  <a:pt x="10051256" y="322101"/>
                </a:cubicBezTo>
                <a:lnTo>
                  <a:pt x="10051256" y="555799"/>
                </a:lnTo>
                <a:cubicBezTo>
                  <a:pt x="10051256" y="558527"/>
                  <a:pt x="10050437" y="560915"/>
                  <a:pt x="10048800" y="562961"/>
                </a:cubicBezTo>
                <a:cubicBezTo>
                  <a:pt x="10047163" y="565007"/>
                  <a:pt x="10044435" y="566713"/>
                  <a:pt x="10040615" y="568077"/>
                </a:cubicBezTo>
                <a:cubicBezTo>
                  <a:pt x="10036795" y="569441"/>
                  <a:pt x="10031610" y="570464"/>
                  <a:pt x="10025062" y="571147"/>
                </a:cubicBezTo>
                <a:cubicBezTo>
                  <a:pt x="10018513" y="571829"/>
                  <a:pt x="10010192" y="572170"/>
                  <a:pt x="10000096" y="572170"/>
                </a:cubicBezTo>
                <a:cubicBezTo>
                  <a:pt x="9989728" y="572170"/>
                  <a:pt x="9981269" y="571829"/>
                  <a:pt x="9974721" y="571147"/>
                </a:cubicBezTo>
                <a:cubicBezTo>
                  <a:pt x="9968172" y="570464"/>
                  <a:pt x="9962920" y="569441"/>
                  <a:pt x="9958964" y="568077"/>
                </a:cubicBezTo>
                <a:cubicBezTo>
                  <a:pt x="9955007" y="566713"/>
                  <a:pt x="9952279" y="565007"/>
                  <a:pt x="9950778" y="562961"/>
                </a:cubicBezTo>
                <a:cubicBezTo>
                  <a:pt x="9949277" y="560915"/>
                  <a:pt x="9948527" y="558527"/>
                  <a:pt x="9948527" y="555799"/>
                </a:cubicBezTo>
                <a:lnTo>
                  <a:pt x="9948527" y="339291"/>
                </a:lnTo>
                <a:cubicBezTo>
                  <a:pt x="9948527" y="327013"/>
                  <a:pt x="9947368" y="315826"/>
                  <a:pt x="9945048" y="305730"/>
                </a:cubicBezTo>
                <a:cubicBezTo>
                  <a:pt x="9942729" y="295635"/>
                  <a:pt x="9939182" y="286972"/>
                  <a:pt x="9934407" y="279741"/>
                </a:cubicBezTo>
                <a:cubicBezTo>
                  <a:pt x="9929633" y="272511"/>
                  <a:pt x="9923630" y="266917"/>
                  <a:pt x="9916400" y="262961"/>
                </a:cubicBezTo>
                <a:cubicBezTo>
                  <a:pt x="9909168" y="259004"/>
                  <a:pt x="9900506" y="257026"/>
                  <a:pt x="9890410" y="257026"/>
                </a:cubicBezTo>
                <a:cubicBezTo>
                  <a:pt x="9878131" y="257026"/>
                  <a:pt x="9865717" y="261801"/>
                  <a:pt x="9853166" y="271351"/>
                </a:cubicBezTo>
                <a:cubicBezTo>
                  <a:pt x="9840615" y="280901"/>
                  <a:pt x="9826972" y="294816"/>
                  <a:pt x="9812238" y="313097"/>
                </a:cubicBezTo>
                <a:lnTo>
                  <a:pt x="9812238" y="555799"/>
                </a:lnTo>
                <a:cubicBezTo>
                  <a:pt x="9812238" y="558527"/>
                  <a:pt x="9811420" y="560915"/>
                  <a:pt x="9809782" y="562961"/>
                </a:cubicBezTo>
                <a:cubicBezTo>
                  <a:pt x="9808145" y="565007"/>
                  <a:pt x="9805349" y="566713"/>
                  <a:pt x="9801392" y="568077"/>
                </a:cubicBezTo>
                <a:cubicBezTo>
                  <a:pt x="9797435" y="569441"/>
                  <a:pt x="9792183" y="570464"/>
                  <a:pt x="9785636" y="571147"/>
                </a:cubicBezTo>
                <a:cubicBezTo>
                  <a:pt x="9779086" y="571829"/>
                  <a:pt x="9770901" y="572170"/>
                  <a:pt x="9761078" y="572170"/>
                </a:cubicBezTo>
                <a:cubicBezTo>
                  <a:pt x="9750982" y="572170"/>
                  <a:pt x="9742661" y="571829"/>
                  <a:pt x="9736112" y="571147"/>
                </a:cubicBezTo>
                <a:cubicBezTo>
                  <a:pt x="9729564" y="570464"/>
                  <a:pt x="9724312" y="569441"/>
                  <a:pt x="9720355" y="568077"/>
                </a:cubicBezTo>
                <a:cubicBezTo>
                  <a:pt x="9716399" y="566713"/>
                  <a:pt x="9713602" y="565007"/>
                  <a:pt x="9711965" y="562961"/>
                </a:cubicBezTo>
                <a:cubicBezTo>
                  <a:pt x="9710328" y="560915"/>
                  <a:pt x="9709510" y="558527"/>
                  <a:pt x="9709510" y="555799"/>
                </a:cubicBezTo>
                <a:lnTo>
                  <a:pt x="9709510" y="339291"/>
                </a:lnTo>
                <a:cubicBezTo>
                  <a:pt x="9709510" y="327013"/>
                  <a:pt x="9708350" y="315826"/>
                  <a:pt x="9706031" y="305730"/>
                </a:cubicBezTo>
                <a:cubicBezTo>
                  <a:pt x="9703712" y="295635"/>
                  <a:pt x="9700233" y="286972"/>
                  <a:pt x="9695594" y="279741"/>
                </a:cubicBezTo>
                <a:cubicBezTo>
                  <a:pt x="9690956" y="272511"/>
                  <a:pt x="9684952" y="266917"/>
                  <a:pt x="9677585" y="262961"/>
                </a:cubicBezTo>
                <a:cubicBezTo>
                  <a:pt x="9670219" y="259004"/>
                  <a:pt x="9661624" y="257026"/>
                  <a:pt x="9651801" y="257026"/>
                </a:cubicBezTo>
                <a:cubicBezTo>
                  <a:pt x="9639251" y="257026"/>
                  <a:pt x="9626700" y="261801"/>
                  <a:pt x="9614147" y="271351"/>
                </a:cubicBezTo>
                <a:cubicBezTo>
                  <a:pt x="9601597" y="280901"/>
                  <a:pt x="9588091" y="294816"/>
                  <a:pt x="9573629" y="313097"/>
                </a:cubicBezTo>
                <a:lnTo>
                  <a:pt x="9573629" y="555799"/>
                </a:lnTo>
                <a:cubicBezTo>
                  <a:pt x="9573629" y="558527"/>
                  <a:pt x="9572810" y="560915"/>
                  <a:pt x="9571173" y="562961"/>
                </a:cubicBezTo>
                <a:cubicBezTo>
                  <a:pt x="9569536" y="565007"/>
                  <a:pt x="9566740" y="566713"/>
                  <a:pt x="9562783" y="568077"/>
                </a:cubicBezTo>
                <a:cubicBezTo>
                  <a:pt x="9558829" y="569441"/>
                  <a:pt x="9553574" y="570464"/>
                  <a:pt x="9547026" y="571147"/>
                </a:cubicBezTo>
                <a:cubicBezTo>
                  <a:pt x="9540478" y="571829"/>
                  <a:pt x="9532156" y="572170"/>
                  <a:pt x="9522061" y="572170"/>
                </a:cubicBezTo>
                <a:cubicBezTo>
                  <a:pt x="9511965" y="572170"/>
                  <a:pt x="9503643" y="571829"/>
                  <a:pt x="9497094" y="571147"/>
                </a:cubicBezTo>
                <a:cubicBezTo>
                  <a:pt x="9490546" y="570464"/>
                  <a:pt x="9485294" y="569441"/>
                  <a:pt x="9481338" y="568077"/>
                </a:cubicBezTo>
                <a:cubicBezTo>
                  <a:pt x="9477381" y="566713"/>
                  <a:pt x="9474584" y="565007"/>
                  <a:pt x="9472947" y="562961"/>
                </a:cubicBezTo>
                <a:cubicBezTo>
                  <a:pt x="9471310" y="560915"/>
                  <a:pt x="9470491" y="558527"/>
                  <a:pt x="9470491" y="555799"/>
                </a:cubicBezTo>
                <a:lnTo>
                  <a:pt x="9470491" y="190723"/>
                </a:lnTo>
                <a:cubicBezTo>
                  <a:pt x="9470491" y="187995"/>
                  <a:pt x="9471174" y="185607"/>
                  <a:pt x="9472537" y="183561"/>
                </a:cubicBezTo>
                <a:cubicBezTo>
                  <a:pt x="9473903" y="181514"/>
                  <a:pt x="9476358" y="179809"/>
                  <a:pt x="9479904" y="178445"/>
                </a:cubicBezTo>
                <a:cubicBezTo>
                  <a:pt x="9483452" y="177081"/>
                  <a:pt x="9488023" y="176058"/>
                  <a:pt x="9493615" y="175375"/>
                </a:cubicBezTo>
                <a:cubicBezTo>
                  <a:pt x="9499209" y="174693"/>
                  <a:pt x="9506235" y="174352"/>
                  <a:pt x="9514693" y="174352"/>
                </a:cubicBezTo>
                <a:cubicBezTo>
                  <a:pt x="9523425" y="174352"/>
                  <a:pt x="9530655" y="174693"/>
                  <a:pt x="9536385" y="175375"/>
                </a:cubicBezTo>
                <a:cubicBezTo>
                  <a:pt x="9542115" y="176058"/>
                  <a:pt x="9546549" y="177081"/>
                  <a:pt x="9549686" y="178445"/>
                </a:cubicBezTo>
                <a:cubicBezTo>
                  <a:pt x="9552824" y="179809"/>
                  <a:pt x="9555076" y="181514"/>
                  <a:pt x="9556439" y="183561"/>
                </a:cubicBezTo>
                <a:cubicBezTo>
                  <a:pt x="9557804" y="185607"/>
                  <a:pt x="9558486" y="187995"/>
                  <a:pt x="9558486" y="190723"/>
                </a:cubicBezTo>
                <a:lnTo>
                  <a:pt x="9558486" y="232879"/>
                </a:lnTo>
                <a:cubicBezTo>
                  <a:pt x="9578678" y="211051"/>
                  <a:pt x="9598800" y="194680"/>
                  <a:pt x="9618854" y="183766"/>
                </a:cubicBezTo>
                <a:cubicBezTo>
                  <a:pt x="9638909" y="172851"/>
                  <a:pt x="9659850" y="167394"/>
                  <a:pt x="9681679" y="167394"/>
                </a:cubicBezTo>
                <a:close/>
                <a:moveTo>
                  <a:pt x="9241779" y="167394"/>
                </a:moveTo>
                <a:cubicBezTo>
                  <a:pt x="9268520" y="167394"/>
                  <a:pt x="9291302" y="172647"/>
                  <a:pt x="9310129" y="183152"/>
                </a:cubicBezTo>
                <a:cubicBezTo>
                  <a:pt x="9328956" y="193656"/>
                  <a:pt x="9344304" y="208049"/>
                  <a:pt x="9356173" y="226330"/>
                </a:cubicBezTo>
                <a:cubicBezTo>
                  <a:pt x="9368042" y="244611"/>
                  <a:pt x="9376705" y="265894"/>
                  <a:pt x="9382163" y="290178"/>
                </a:cubicBezTo>
                <a:cubicBezTo>
                  <a:pt x="9387619" y="314461"/>
                  <a:pt x="9390347" y="340382"/>
                  <a:pt x="9390347" y="367940"/>
                </a:cubicBezTo>
                <a:cubicBezTo>
                  <a:pt x="9390347" y="400410"/>
                  <a:pt x="9386868" y="429673"/>
                  <a:pt x="9379911" y="455730"/>
                </a:cubicBezTo>
                <a:cubicBezTo>
                  <a:pt x="9372953" y="481788"/>
                  <a:pt x="9362790" y="503957"/>
                  <a:pt x="9349419" y="522238"/>
                </a:cubicBezTo>
                <a:cubicBezTo>
                  <a:pt x="9336050" y="540519"/>
                  <a:pt x="9319406" y="554571"/>
                  <a:pt x="9299488" y="564393"/>
                </a:cubicBezTo>
                <a:cubicBezTo>
                  <a:pt x="9279570" y="574216"/>
                  <a:pt x="9256787" y="579127"/>
                  <a:pt x="9231139" y="579127"/>
                </a:cubicBezTo>
                <a:cubicBezTo>
                  <a:pt x="9220498" y="579127"/>
                  <a:pt x="9210744" y="578104"/>
                  <a:pt x="9201876" y="576058"/>
                </a:cubicBezTo>
                <a:cubicBezTo>
                  <a:pt x="9193008" y="574011"/>
                  <a:pt x="9184413" y="570874"/>
                  <a:pt x="9176091" y="566644"/>
                </a:cubicBezTo>
                <a:cubicBezTo>
                  <a:pt x="9167769" y="562415"/>
                  <a:pt x="9159515" y="557163"/>
                  <a:pt x="9151330" y="550887"/>
                </a:cubicBezTo>
                <a:cubicBezTo>
                  <a:pt x="9143144" y="544612"/>
                  <a:pt x="9134686" y="537245"/>
                  <a:pt x="9125955" y="528786"/>
                </a:cubicBezTo>
                <a:lnTo>
                  <a:pt x="9125955" y="700683"/>
                </a:lnTo>
                <a:cubicBezTo>
                  <a:pt x="9125955" y="703411"/>
                  <a:pt x="9125137" y="705867"/>
                  <a:pt x="9123499" y="708050"/>
                </a:cubicBezTo>
                <a:cubicBezTo>
                  <a:pt x="9121862" y="710233"/>
                  <a:pt x="9119065" y="712074"/>
                  <a:pt x="9115109" y="713575"/>
                </a:cubicBezTo>
                <a:cubicBezTo>
                  <a:pt x="9111153" y="715076"/>
                  <a:pt x="9105900" y="716235"/>
                  <a:pt x="9099353" y="717054"/>
                </a:cubicBezTo>
                <a:cubicBezTo>
                  <a:pt x="9092804" y="717873"/>
                  <a:pt x="9084482" y="718282"/>
                  <a:pt x="9074386" y="718282"/>
                </a:cubicBezTo>
                <a:cubicBezTo>
                  <a:pt x="9064291" y="718282"/>
                  <a:pt x="9055968" y="717873"/>
                  <a:pt x="9049420" y="717054"/>
                </a:cubicBezTo>
                <a:cubicBezTo>
                  <a:pt x="9042871" y="716235"/>
                  <a:pt x="9037619" y="715076"/>
                  <a:pt x="9033663" y="713575"/>
                </a:cubicBezTo>
                <a:cubicBezTo>
                  <a:pt x="9029706" y="712074"/>
                  <a:pt x="9026909" y="710233"/>
                  <a:pt x="9025272" y="708050"/>
                </a:cubicBezTo>
                <a:cubicBezTo>
                  <a:pt x="9023635" y="705867"/>
                  <a:pt x="9022817" y="703411"/>
                  <a:pt x="9022817" y="700683"/>
                </a:cubicBezTo>
                <a:lnTo>
                  <a:pt x="9022817" y="190723"/>
                </a:lnTo>
                <a:cubicBezTo>
                  <a:pt x="9022817" y="187995"/>
                  <a:pt x="9023499" y="185607"/>
                  <a:pt x="9024863" y="183561"/>
                </a:cubicBezTo>
                <a:cubicBezTo>
                  <a:pt x="9026228" y="181514"/>
                  <a:pt x="9028615" y="179809"/>
                  <a:pt x="9032025" y="178445"/>
                </a:cubicBezTo>
                <a:cubicBezTo>
                  <a:pt x="9035436" y="177081"/>
                  <a:pt x="9039939" y="176058"/>
                  <a:pt x="9045532" y="175375"/>
                </a:cubicBezTo>
                <a:cubicBezTo>
                  <a:pt x="9051125" y="174693"/>
                  <a:pt x="9058151" y="174352"/>
                  <a:pt x="9066609" y="174352"/>
                </a:cubicBezTo>
                <a:cubicBezTo>
                  <a:pt x="9074795" y="174352"/>
                  <a:pt x="9081685" y="174693"/>
                  <a:pt x="9087278" y="175375"/>
                </a:cubicBezTo>
                <a:cubicBezTo>
                  <a:pt x="9092872" y="176058"/>
                  <a:pt x="9097374" y="177081"/>
                  <a:pt x="9100785" y="178445"/>
                </a:cubicBezTo>
                <a:cubicBezTo>
                  <a:pt x="9104195" y="179809"/>
                  <a:pt x="9106583" y="181514"/>
                  <a:pt x="9107946" y="183561"/>
                </a:cubicBezTo>
                <a:cubicBezTo>
                  <a:pt x="9109311" y="185607"/>
                  <a:pt x="9109993" y="187995"/>
                  <a:pt x="9109993" y="190723"/>
                </a:cubicBezTo>
                <a:lnTo>
                  <a:pt x="9109993" y="233697"/>
                </a:lnTo>
                <a:cubicBezTo>
                  <a:pt x="9120634" y="222783"/>
                  <a:pt x="9131071" y="213165"/>
                  <a:pt x="9141302" y="204843"/>
                </a:cubicBezTo>
                <a:cubicBezTo>
                  <a:pt x="9151534" y="196521"/>
                  <a:pt x="9161971" y="189564"/>
                  <a:pt x="9172612" y="183970"/>
                </a:cubicBezTo>
                <a:cubicBezTo>
                  <a:pt x="9183253" y="178377"/>
                  <a:pt x="9194236" y="174216"/>
                  <a:pt x="9205559" y="171487"/>
                </a:cubicBezTo>
                <a:cubicBezTo>
                  <a:pt x="9216884" y="168759"/>
                  <a:pt x="9228956" y="167394"/>
                  <a:pt x="9241779" y="167394"/>
                </a:cubicBezTo>
                <a:close/>
                <a:moveTo>
                  <a:pt x="8753177" y="167394"/>
                </a:moveTo>
                <a:cubicBezTo>
                  <a:pt x="8785919" y="167394"/>
                  <a:pt x="8814296" y="171828"/>
                  <a:pt x="8838306" y="180696"/>
                </a:cubicBezTo>
                <a:cubicBezTo>
                  <a:pt x="8862318" y="189564"/>
                  <a:pt x="8882168" y="202592"/>
                  <a:pt x="8897856" y="219782"/>
                </a:cubicBezTo>
                <a:cubicBezTo>
                  <a:pt x="8913545" y="236972"/>
                  <a:pt x="8925210" y="258118"/>
                  <a:pt x="8932850" y="283220"/>
                </a:cubicBezTo>
                <a:cubicBezTo>
                  <a:pt x="8940490" y="308322"/>
                  <a:pt x="8944309" y="337108"/>
                  <a:pt x="8944309" y="369578"/>
                </a:cubicBezTo>
                <a:cubicBezTo>
                  <a:pt x="8944309" y="400683"/>
                  <a:pt x="8940216" y="429059"/>
                  <a:pt x="8932031" y="454707"/>
                </a:cubicBezTo>
                <a:cubicBezTo>
                  <a:pt x="8923845" y="480355"/>
                  <a:pt x="8911432" y="502456"/>
                  <a:pt x="8894787" y="521010"/>
                </a:cubicBezTo>
                <a:cubicBezTo>
                  <a:pt x="8878143" y="539564"/>
                  <a:pt x="8857270" y="553889"/>
                  <a:pt x="8832167" y="563984"/>
                </a:cubicBezTo>
                <a:cubicBezTo>
                  <a:pt x="8807066" y="574080"/>
                  <a:pt x="8777733" y="579127"/>
                  <a:pt x="8744173" y="579127"/>
                </a:cubicBezTo>
                <a:cubicBezTo>
                  <a:pt x="8711704" y="579127"/>
                  <a:pt x="8683464" y="574625"/>
                  <a:pt x="8659453" y="565621"/>
                </a:cubicBezTo>
                <a:cubicBezTo>
                  <a:pt x="8635442" y="556617"/>
                  <a:pt x="8615524" y="543520"/>
                  <a:pt x="8599698" y="526331"/>
                </a:cubicBezTo>
                <a:cubicBezTo>
                  <a:pt x="8583873" y="509141"/>
                  <a:pt x="8572141" y="487995"/>
                  <a:pt x="8564500" y="462893"/>
                </a:cubicBezTo>
                <a:cubicBezTo>
                  <a:pt x="8556860" y="437790"/>
                  <a:pt x="8553040" y="409141"/>
                  <a:pt x="8553040" y="376944"/>
                </a:cubicBezTo>
                <a:cubicBezTo>
                  <a:pt x="8553040" y="345839"/>
                  <a:pt x="8557202" y="317395"/>
                  <a:pt x="8565524" y="291610"/>
                </a:cubicBezTo>
                <a:cubicBezTo>
                  <a:pt x="8573845" y="265826"/>
                  <a:pt x="8586328" y="243725"/>
                  <a:pt x="8602972" y="225307"/>
                </a:cubicBezTo>
                <a:cubicBezTo>
                  <a:pt x="8619617" y="206890"/>
                  <a:pt x="8640421" y="192633"/>
                  <a:pt x="8665387" y="182538"/>
                </a:cubicBezTo>
                <a:cubicBezTo>
                  <a:pt x="8690354" y="172442"/>
                  <a:pt x="8719616" y="167394"/>
                  <a:pt x="8753177" y="167394"/>
                </a:cubicBezTo>
                <a:close/>
                <a:moveTo>
                  <a:pt x="8111430" y="167394"/>
                </a:moveTo>
                <a:cubicBezTo>
                  <a:pt x="8141990" y="167394"/>
                  <a:pt x="8168115" y="171896"/>
                  <a:pt x="8189806" y="180901"/>
                </a:cubicBezTo>
                <a:cubicBezTo>
                  <a:pt x="8211499" y="189905"/>
                  <a:pt x="8229302" y="202388"/>
                  <a:pt x="8243217" y="218349"/>
                </a:cubicBezTo>
                <a:cubicBezTo>
                  <a:pt x="8257133" y="234311"/>
                  <a:pt x="8267365" y="253206"/>
                  <a:pt x="8273913" y="275034"/>
                </a:cubicBezTo>
                <a:cubicBezTo>
                  <a:pt x="8280461" y="296863"/>
                  <a:pt x="8283736" y="320601"/>
                  <a:pt x="8283736" y="346249"/>
                </a:cubicBezTo>
                <a:lnTo>
                  <a:pt x="8283736" y="362620"/>
                </a:lnTo>
                <a:cubicBezTo>
                  <a:pt x="8283736" y="375171"/>
                  <a:pt x="8280940" y="384448"/>
                  <a:pt x="8275345" y="390451"/>
                </a:cubicBezTo>
                <a:cubicBezTo>
                  <a:pt x="8269752" y="396453"/>
                  <a:pt x="8262044" y="399455"/>
                  <a:pt x="8252221" y="399455"/>
                </a:cubicBezTo>
                <a:lnTo>
                  <a:pt x="8029984" y="399455"/>
                </a:lnTo>
                <a:cubicBezTo>
                  <a:pt x="8029984" y="415007"/>
                  <a:pt x="8031825" y="429127"/>
                  <a:pt x="8035510" y="441815"/>
                </a:cubicBezTo>
                <a:cubicBezTo>
                  <a:pt x="8039192" y="454503"/>
                  <a:pt x="8045059" y="465280"/>
                  <a:pt x="8053108" y="474148"/>
                </a:cubicBezTo>
                <a:cubicBezTo>
                  <a:pt x="8061158" y="483015"/>
                  <a:pt x="8071525" y="489769"/>
                  <a:pt x="8084214" y="494407"/>
                </a:cubicBezTo>
                <a:cubicBezTo>
                  <a:pt x="8096901" y="499046"/>
                  <a:pt x="8112113" y="501365"/>
                  <a:pt x="8129847" y="501365"/>
                </a:cubicBezTo>
                <a:cubicBezTo>
                  <a:pt x="8147856" y="501365"/>
                  <a:pt x="8163682" y="500069"/>
                  <a:pt x="8177324" y="497477"/>
                </a:cubicBezTo>
                <a:cubicBezTo>
                  <a:pt x="8190967" y="494885"/>
                  <a:pt x="8202768" y="492020"/>
                  <a:pt x="8212726" y="488882"/>
                </a:cubicBezTo>
                <a:cubicBezTo>
                  <a:pt x="8222685" y="485744"/>
                  <a:pt x="8230939" y="482879"/>
                  <a:pt x="8237487" y="480287"/>
                </a:cubicBezTo>
                <a:cubicBezTo>
                  <a:pt x="8244036" y="477695"/>
                  <a:pt x="8249356" y="476399"/>
                  <a:pt x="8253449" y="476399"/>
                </a:cubicBezTo>
                <a:cubicBezTo>
                  <a:pt x="8255905" y="476399"/>
                  <a:pt x="8257951" y="476876"/>
                  <a:pt x="8259588" y="477831"/>
                </a:cubicBezTo>
                <a:cubicBezTo>
                  <a:pt x="8261225" y="478786"/>
                  <a:pt x="8262591" y="480492"/>
                  <a:pt x="8263681" y="482947"/>
                </a:cubicBezTo>
                <a:cubicBezTo>
                  <a:pt x="8264773" y="485403"/>
                  <a:pt x="8265523" y="488882"/>
                  <a:pt x="8265932" y="493384"/>
                </a:cubicBezTo>
                <a:cubicBezTo>
                  <a:pt x="8266341" y="497886"/>
                  <a:pt x="8266546" y="503548"/>
                  <a:pt x="8266546" y="510369"/>
                </a:cubicBezTo>
                <a:cubicBezTo>
                  <a:pt x="8266546" y="516372"/>
                  <a:pt x="8266411" y="521487"/>
                  <a:pt x="8266137" y="525717"/>
                </a:cubicBezTo>
                <a:cubicBezTo>
                  <a:pt x="8265864" y="529946"/>
                  <a:pt x="8265455" y="533561"/>
                  <a:pt x="8264909" y="536563"/>
                </a:cubicBezTo>
                <a:cubicBezTo>
                  <a:pt x="8264364" y="539564"/>
                  <a:pt x="8263546" y="542088"/>
                  <a:pt x="8262453" y="544134"/>
                </a:cubicBezTo>
                <a:cubicBezTo>
                  <a:pt x="8261362" y="546181"/>
                  <a:pt x="8259930" y="548159"/>
                  <a:pt x="8258156" y="550069"/>
                </a:cubicBezTo>
                <a:cubicBezTo>
                  <a:pt x="8256383" y="551979"/>
                  <a:pt x="8251539" y="554571"/>
                  <a:pt x="8243626" y="557845"/>
                </a:cubicBezTo>
                <a:cubicBezTo>
                  <a:pt x="8235715" y="561119"/>
                  <a:pt x="8225618" y="564325"/>
                  <a:pt x="8213340" y="567463"/>
                </a:cubicBezTo>
                <a:cubicBezTo>
                  <a:pt x="8201062" y="570601"/>
                  <a:pt x="8187011" y="573329"/>
                  <a:pt x="8171185" y="575649"/>
                </a:cubicBezTo>
                <a:cubicBezTo>
                  <a:pt x="8155359" y="577968"/>
                  <a:pt x="8138442" y="579127"/>
                  <a:pt x="8120434" y="579127"/>
                </a:cubicBezTo>
                <a:cubicBezTo>
                  <a:pt x="8087966" y="579127"/>
                  <a:pt x="8059521" y="575035"/>
                  <a:pt x="8035100" y="566849"/>
                </a:cubicBezTo>
                <a:cubicBezTo>
                  <a:pt x="8010680" y="558664"/>
                  <a:pt x="7990285" y="546249"/>
                  <a:pt x="7973913" y="529605"/>
                </a:cubicBezTo>
                <a:cubicBezTo>
                  <a:pt x="7957542" y="512961"/>
                  <a:pt x="7945333" y="491951"/>
                  <a:pt x="7937283" y="466576"/>
                </a:cubicBezTo>
                <a:cubicBezTo>
                  <a:pt x="7929234" y="441201"/>
                  <a:pt x="7925210" y="411460"/>
                  <a:pt x="7925210" y="377354"/>
                </a:cubicBezTo>
                <a:cubicBezTo>
                  <a:pt x="7925210" y="344884"/>
                  <a:pt x="7929439" y="315621"/>
                  <a:pt x="7937896" y="289564"/>
                </a:cubicBezTo>
                <a:cubicBezTo>
                  <a:pt x="7946357" y="263506"/>
                  <a:pt x="7958634" y="241405"/>
                  <a:pt x="7974731" y="223261"/>
                </a:cubicBezTo>
                <a:cubicBezTo>
                  <a:pt x="7990830" y="205116"/>
                  <a:pt x="8010408" y="191269"/>
                  <a:pt x="8033463" y="181719"/>
                </a:cubicBezTo>
                <a:cubicBezTo>
                  <a:pt x="8056519" y="172169"/>
                  <a:pt x="8082508" y="167394"/>
                  <a:pt x="8111430" y="167394"/>
                </a:cubicBezTo>
                <a:close/>
                <a:moveTo>
                  <a:pt x="7301806" y="167394"/>
                </a:moveTo>
                <a:cubicBezTo>
                  <a:pt x="7332365" y="167394"/>
                  <a:pt x="7358491" y="171896"/>
                  <a:pt x="7380183" y="180901"/>
                </a:cubicBezTo>
                <a:cubicBezTo>
                  <a:pt x="7401875" y="189905"/>
                  <a:pt x="7419678" y="202388"/>
                  <a:pt x="7433593" y="218349"/>
                </a:cubicBezTo>
                <a:cubicBezTo>
                  <a:pt x="7447508" y="234311"/>
                  <a:pt x="7457741" y="253206"/>
                  <a:pt x="7464289" y="275034"/>
                </a:cubicBezTo>
                <a:cubicBezTo>
                  <a:pt x="7470837" y="296863"/>
                  <a:pt x="7474112" y="320601"/>
                  <a:pt x="7474112" y="346249"/>
                </a:cubicBezTo>
                <a:lnTo>
                  <a:pt x="7474112" y="362620"/>
                </a:lnTo>
                <a:cubicBezTo>
                  <a:pt x="7474112" y="375171"/>
                  <a:pt x="7471316" y="384448"/>
                  <a:pt x="7465722" y="390451"/>
                </a:cubicBezTo>
                <a:cubicBezTo>
                  <a:pt x="7460129" y="396453"/>
                  <a:pt x="7452420" y="399455"/>
                  <a:pt x="7442597" y="399455"/>
                </a:cubicBezTo>
                <a:lnTo>
                  <a:pt x="7220360" y="399455"/>
                </a:lnTo>
                <a:cubicBezTo>
                  <a:pt x="7220360" y="415007"/>
                  <a:pt x="7222202" y="429127"/>
                  <a:pt x="7225885" y="441815"/>
                </a:cubicBezTo>
                <a:cubicBezTo>
                  <a:pt x="7229569" y="454503"/>
                  <a:pt x="7235435" y="465280"/>
                  <a:pt x="7243484" y="474148"/>
                </a:cubicBezTo>
                <a:cubicBezTo>
                  <a:pt x="7251534" y="483015"/>
                  <a:pt x="7261902" y="489769"/>
                  <a:pt x="7274589" y="494407"/>
                </a:cubicBezTo>
                <a:cubicBezTo>
                  <a:pt x="7287277" y="499046"/>
                  <a:pt x="7302489" y="501365"/>
                  <a:pt x="7320223" y="501365"/>
                </a:cubicBezTo>
                <a:cubicBezTo>
                  <a:pt x="7338232" y="501365"/>
                  <a:pt x="7354058" y="500069"/>
                  <a:pt x="7367700" y="497477"/>
                </a:cubicBezTo>
                <a:cubicBezTo>
                  <a:pt x="7381343" y="494885"/>
                  <a:pt x="7393144" y="492020"/>
                  <a:pt x="7403102" y="488882"/>
                </a:cubicBezTo>
                <a:cubicBezTo>
                  <a:pt x="7413061" y="485744"/>
                  <a:pt x="7421315" y="482879"/>
                  <a:pt x="7427864" y="480287"/>
                </a:cubicBezTo>
                <a:cubicBezTo>
                  <a:pt x="7434412" y="477695"/>
                  <a:pt x="7439733" y="476399"/>
                  <a:pt x="7443825" y="476399"/>
                </a:cubicBezTo>
                <a:cubicBezTo>
                  <a:pt x="7446281" y="476399"/>
                  <a:pt x="7448327" y="476876"/>
                  <a:pt x="7449965" y="477831"/>
                </a:cubicBezTo>
                <a:cubicBezTo>
                  <a:pt x="7451602" y="478786"/>
                  <a:pt x="7452966" y="480492"/>
                  <a:pt x="7454057" y="482947"/>
                </a:cubicBezTo>
                <a:cubicBezTo>
                  <a:pt x="7455149" y="485403"/>
                  <a:pt x="7455899" y="488882"/>
                  <a:pt x="7456308" y="493384"/>
                </a:cubicBezTo>
                <a:cubicBezTo>
                  <a:pt x="7456718" y="497886"/>
                  <a:pt x="7456922" y="503548"/>
                  <a:pt x="7456922" y="510369"/>
                </a:cubicBezTo>
                <a:cubicBezTo>
                  <a:pt x="7456922" y="516372"/>
                  <a:pt x="7456786" y="521487"/>
                  <a:pt x="7456513" y="525717"/>
                </a:cubicBezTo>
                <a:cubicBezTo>
                  <a:pt x="7456240" y="529946"/>
                  <a:pt x="7455831" y="533561"/>
                  <a:pt x="7455285" y="536563"/>
                </a:cubicBezTo>
                <a:cubicBezTo>
                  <a:pt x="7454740" y="539564"/>
                  <a:pt x="7453921" y="542088"/>
                  <a:pt x="7452830" y="544134"/>
                </a:cubicBezTo>
                <a:cubicBezTo>
                  <a:pt x="7451738" y="546181"/>
                  <a:pt x="7450305" y="548159"/>
                  <a:pt x="7448532" y="550069"/>
                </a:cubicBezTo>
                <a:cubicBezTo>
                  <a:pt x="7446759" y="551979"/>
                  <a:pt x="7441915" y="554571"/>
                  <a:pt x="7434003" y="557845"/>
                </a:cubicBezTo>
                <a:cubicBezTo>
                  <a:pt x="7426090" y="561119"/>
                  <a:pt x="7415995" y="564325"/>
                  <a:pt x="7403716" y="567463"/>
                </a:cubicBezTo>
                <a:cubicBezTo>
                  <a:pt x="7391438" y="570601"/>
                  <a:pt x="7377386" y="573329"/>
                  <a:pt x="7361561" y="575649"/>
                </a:cubicBezTo>
                <a:cubicBezTo>
                  <a:pt x="7345736" y="577968"/>
                  <a:pt x="7328819" y="579127"/>
                  <a:pt x="7310810" y="579127"/>
                </a:cubicBezTo>
                <a:cubicBezTo>
                  <a:pt x="7278341" y="579127"/>
                  <a:pt x="7249896" y="575035"/>
                  <a:pt x="7225476" y="566849"/>
                </a:cubicBezTo>
                <a:cubicBezTo>
                  <a:pt x="7201056" y="558664"/>
                  <a:pt x="7180660" y="546249"/>
                  <a:pt x="7164289" y="529605"/>
                </a:cubicBezTo>
                <a:cubicBezTo>
                  <a:pt x="7147918" y="512961"/>
                  <a:pt x="7135708" y="491951"/>
                  <a:pt x="7127659" y="466576"/>
                </a:cubicBezTo>
                <a:cubicBezTo>
                  <a:pt x="7119610" y="441201"/>
                  <a:pt x="7115585" y="411460"/>
                  <a:pt x="7115585" y="377354"/>
                </a:cubicBezTo>
                <a:cubicBezTo>
                  <a:pt x="7115585" y="344884"/>
                  <a:pt x="7119814" y="315621"/>
                  <a:pt x="7128273" y="289564"/>
                </a:cubicBezTo>
                <a:cubicBezTo>
                  <a:pt x="7136731" y="263506"/>
                  <a:pt x="7149010" y="241405"/>
                  <a:pt x="7165107" y="223261"/>
                </a:cubicBezTo>
                <a:cubicBezTo>
                  <a:pt x="7181206" y="205116"/>
                  <a:pt x="7200783" y="191269"/>
                  <a:pt x="7223839" y="181719"/>
                </a:cubicBezTo>
                <a:cubicBezTo>
                  <a:pt x="7246895" y="172169"/>
                  <a:pt x="7272884" y="167394"/>
                  <a:pt x="7301806" y="167394"/>
                </a:cubicBezTo>
                <a:close/>
                <a:moveTo>
                  <a:pt x="5781712" y="167394"/>
                </a:moveTo>
                <a:cubicBezTo>
                  <a:pt x="5810362" y="167394"/>
                  <a:pt x="5834851" y="170191"/>
                  <a:pt x="5855178" y="175785"/>
                </a:cubicBezTo>
                <a:cubicBezTo>
                  <a:pt x="5875505" y="181378"/>
                  <a:pt x="5892218" y="189973"/>
                  <a:pt x="5905315" y="201569"/>
                </a:cubicBezTo>
                <a:cubicBezTo>
                  <a:pt x="5918412" y="213165"/>
                  <a:pt x="5927962" y="228104"/>
                  <a:pt x="5933964" y="246385"/>
                </a:cubicBezTo>
                <a:cubicBezTo>
                  <a:pt x="5939967" y="264666"/>
                  <a:pt x="5942968" y="286358"/>
                  <a:pt x="5942968" y="311460"/>
                </a:cubicBezTo>
                <a:lnTo>
                  <a:pt x="5942968" y="557026"/>
                </a:lnTo>
                <a:cubicBezTo>
                  <a:pt x="5942968" y="560846"/>
                  <a:pt x="5941604" y="563848"/>
                  <a:pt x="5938875" y="566031"/>
                </a:cubicBezTo>
                <a:cubicBezTo>
                  <a:pt x="5936147" y="568213"/>
                  <a:pt x="5931850" y="569782"/>
                  <a:pt x="5925983" y="570737"/>
                </a:cubicBezTo>
                <a:cubicBezTo>
                  <a:pt x="5920116" y="571692"/>
                  <a:pt x="5911454" y="572170"/>
                  <a:pt x="5899994" y="572170"/>
                </a:cubicBezTo>
                <a:cubicBezTo>
                  <a:pt x="5887716" y="572170"/>
                  <a:pt x="5878780" y="571692"/>
                  <a:pt x="5873186" y="570737"/>
                </a:cubicBezTo>
                <a:cubicBezTo>
                  <a:pt x="5867593" y="569782"/>
                  <a:pt x="5863636" y="568213"/>
                  <a:pt x="5861317" y="566031"/>
                </a:cubicBezTo>
                <a:cubicBezTo>
                  <a:pt x="5858998" y="563848"/>
                  <a:pt x="5857838" y="560846"/>
                  <a:pt x="5857838" y="557026"/>
                </a:cubicBezTo>
                <a:lnTo>
                  <a:pt x="5857838" y="527968"/>
                </a:lnTo>
                <a:cubicBezTo>
                  <a:pt x="5842832" y="544066"/>
                  <a:pt x="5825710" y="556617"/>
                  <a:pt x="5806474" y="565621"/>
                </a:cubicBezTo>
                <a:cubicBezTo>
                  <a:pt x="5787238" y="574625"/>
                  <a:pt x="5765888" y="579127"/>
                  <a:pt x="5742422" y="579127"/>
                </a:cubicBezTo>
                <a:cubicBezTo>
                  <a:pt x="5723050" y="579127"/>
                  <a:pt x="5705246" y="576604"/>
                  <a:pt x="5689012" y="571556"/>
                </a:cubicBezTo>
                <a:cubicBezTo>
                  <a:pt x="5672777" y="566508"/>
                  <a:pt x="5658725" y="559005"/>
                  <a:pt x="5646856" y="549046"/>
                </a:cubicBezTo>
                <a:cubicBezTo>
                  <a:pt x="5634987" y="539086"/>
                  <a:pt x="5625778" y="526740"/>
                  <a:pt x="5619230" y="512006"/>
                </a:cubicBezTo>
                <a:cubicBezTo>
                  <a:pt x="5612681" y="497272"/>
                  <a:pt x="5609407" y="480082"/>
                  <a:pt x="5609407" y="460437"/>
                </a:cubicBezTo>
                <a:cubicBezTo>
                  <a:pt x="5609407" y="439155"/>
                  <a:pt x="5613568" y="420669"/>
                  <a:pt x="5621890" y="404980"/>
                </a:cubicBezTo>
                <a:cubicBezTo>
                  <a:pt x="5630212" y="389291"/>
                  <a:pt x="5642627" y="376331"/>
                  <a:pt x="5659134" y="366099"/>
                </a:cubicBezTo>
                <a:cubicBezTo>
                  <a:pt x="5675642" y="355867"/>
                  <a:pt x="5696173" y="348295"/>
                  <a:pt x="5720731" y="343384"/>
                </a:cubicBezTo>
                <a:cubicBezTo>
                  <a:pt x="5745287" y="338472"/>
                  <a:pt x="5773800" y="336017"/>
                  <a:pt x="5806270" y="336017"/>
                </a:cubicBezTo>
                <a:lnTo>
                  <a:pt x="5841876" y="336017"/>
                </a:lnTo>
                <a:lnTo>
                  <a:pt x="5841876" y="313916"/>
                </a:lnTo>
                <a:cubicBezTo>
                  <a:pt x="5841876" y="302456"/>
                  <a:pt x="5840717" y="292429"/>
                  <a:pt x="5838397" y="283834"/>
                </a:cubicBezTo>
                <a:cubicBezTo>
                  <a:pt x="5836079" y="275239"/>
                  <a:pt x="5832259" y="268077"/>
                  <a:pt x="5826938" y="262347"/>
                </a:cubicBezTo>
                <a:cubicBezTo>
                  <a:pt x="5821617" y="256617"/>
                  <a:pt x="5814523" y="252388"/>
                  <a:pt x="5805655" y="249659"/>
                </a:cubicBezTo>
                <a:cubicBezTo>
                  <a:pt x="5796788" y="246931"/>
                  <a:pt x="5785806" y="245566"/>
                  <a:pt x="5772709" y="245566"/>
                </a:cubicBezTo>
                <a:cubicBezTo>
                  <a:pt x="5755519" y="245566"/>
                  <a:pt x="5740171" y="247476"/>
                  <a:pt x="5726665" y="251296"/>
                </a:cubicBezTo>
                <a:cubicBezTo>
                  <a:pt x="5713158" y="255116"/>
                  <a:pt x="5701222" y="259345"/>
                  <a:pt x="5690853" y="263984"/>
                </a:cubicBezTo>
                <a:cubicBezTo>
                  <a:pt x="5680484" y="268622"/>
                  <a:pt x="5671821" y="272852"/>
                  <a:pt x="5664864" y="276672"/>
                </a:cubicBezTo>
                <a:cubicBezTo>
                  <a:pt x="5657907" y="280491"/>
                  <a:pt x="5652245" y="282401"/>
                  <a:pt x="5647879" y="282401"/>
                </a:cubicBezTo>
                <a:cubicBezTo>
                  <a:pt x="5644878" y="282401"/>
                  <a:pt x="5642217" y="281446"/>
                  <a:pt x="5639898" y="279536"/>
                </a:cubicBezTo>
                <a:cubicBezTo>
                  <a:pt x="5637579" y="277627"/>
                  <a:pt x="5635668" y="274898"/>
                  <a:pt x="5634168" y="271351"/>
                </a:cubicBezTo>
                <a:cubicBezTo>
                  <a:pt x="5632668" y="267804"/>
                  <a:pt x="5631508" y="263438"/>
                  <a:pt x="5630690" y="258254"/>
                </a:cubicBezTo>
                <a:cubicBezTo>
                  <a:pt x="5629871" y="253070"/>
                  <a:pt x="5629462" y="247340"/>
                  <a:pt x="5629462" y="241064"/>
                </a:cubicBezTo>
                <a:cubicBezTo>
                  <a:pt x="5629462" y="232606"/>
                  <a:pt x="5630144" y="225921"/>
                  <a:pt x="5631508" y="221010"/>
                </a:cubicBezTo>
                <a:cubicBezTo>
                  <a:pt x="5632873" y="216098"/>
                  <a:pt x="5635464" y="211665"/>
                  <a:pt x="5639284" y="207708"/>
                </a:cubicBezTo>
                <a:cubicBezTo>
                  <a:pt x="5643105" y="203752"/>
                  <a:pt x="5649789" y="199386"/>
                  <a:pt x="5659339" y="194611"/>
                </a:cubicBezTo>
                <a:cubicBezTo>
                  <a:pt x="5668889" y="189836"/>
                  <a:pt x="5680076" y="185403"/>
                  <a:pt x="5692900" y="181310"/>
                </a:cubicBezTo>
                <a:cubicBezTo>
                  <a:pt x="5705724" y="177217"/>
                  <a:pt x="5719707" y="173875"/>
                  <a:pt x="5734851" y="171283"/>
                </a:cubicBezTo>
                <a:cubicBezTo>
                  <a:pt x="5749994" y="168691"/>
                  <a:pt x="5765615" y="167394"/>
                  <a:pt x="5781712" y="167394"/>
                </a:cubicBezTo>
                <a:close/>
                <a:moveTo>
                  <a:pt x="4530031" y="167394"/>
                </a:moveTo>
                <a:cubicBezTo>
                  <a:pt x="4560590" y="167394"/>
                  <a:pt x="4586716" y="171896"/>
                  <a:pt x="4608407" y="180901"/>
                </a:cubicBezTo>
                <a:cubicBezTo>
                  <a:pt x="4630100" y="189905"/>
                  <a:pt x="4647903" y="202388"/>
                  <a:pt x="4661819" y="218349"/>
                </a:cubicBezTo>
                <a:cubicBezTo>
                  <a:pt x="4675734" y="234311"/>
                  <a:pt x="4685965" y="253206"/>
                  <a:pt x="4692514" y="275034"/>
                </a:cubicBezTo>
                <a:cubicBezTo>
                  <a:pt x="4699063" y="296863"/>
                  <a:pt x="4702337" y="320601"/>
                  <a:pt x="4702337" y="346249"/>
                </a:cubicBezTo>
                <a:lnTo>
                  <a:pt x="4702337" y="362620"/>
                </a:lnTo>
                <a:cubicBezTo>
                  <a:pt x="4702337" y="375171"/>
                  <a:pt x="4699540" y="384448"/>
                  <a:pt x="4693946" y="390451"/>
                </a:cubicBezTo>
                <a:cubicBezTo>
                  <a:pt x="4688353" y="396453"/>
                  <a:pt x="4680645" y="399455"/>
                  <a:pt x="4670823" y="399455"/>
                </a:cubicBezTo>
                <a:lnTo>
                  <a:pt x="4448585" y="399455"/>
                </a:lnTo>
                <a:cubicBezTo>
                  <a:pt x="4448585" y="415007"/>
                  <a:pt x="4450427" y="429127"/>
                  <a:pt x="4454110" y="441815"/>
                </a:cubicBezTo>
                <a:cubicBezTo>
                  <a:pt x="4457793" y="454503"/>
                  <a:pt x="4463660" y="465280"/>
                  <a:pt x="4471709" y="474148"/>
                </a:cubicBezTo>
                <a:cubicBezTo>
                  <a:pt x="4479759" y="483015"/>
                  <a:pt x="4490126" y="489769"/>
                  <a:pt x="4502814" y="494407"/>
                </a:cubicBezTo>
                <a:cubicBezTo>
                  <a:pt x="4515501" y="499046"/>
                  <a:pt x="4530714" y="501365"/>
                  <a:pt x="4548449" y="501365"/>
                </a:cubicBezTo>
                <a:cubicBezTo>
                  <a:pt x="4566457" y="501365"/>
                  <a:pt x="4582282" y="500069"/>
                  <a:pt x="4595925" y="497477"/>
                </a:cubicBezTo>
                <a:cubicBezTo>
                  <a:pt x="4609568" y="494885"/>
                  <a:pt x="4621369" y="492020"/>
                  <a:pt x="4631327" y="488882"/>
                </a:cubicBezTo>
                <a:cubicBezTo>
                  <a:pt x="4641287" y="485744"/>
                  <a:pt x="4649540" y="482879"/>
                  <a:pt x="4656089" y="480287"/>
                </a:cubicBezTo>
                <a:cubicBezTo>
                  <a:pt x="4662637" y="477695"/>
                  <a:pt x="4667958" y="476399"/>
                  <a:pt x="4672050" y="476399"/>
                </a:cubicBezTo>
                <a:cubicBezTo>
                  <a:pt x="4674506" y="476399"/>
                  <a:pt x="4676552" y="476876"/>
                  <a:pt x="4678190" y="477831"/>
                </a:cubicBezTo>
                <a:cubicBezTo>
                  <a:pt x="4679827" y="478786"/>
                  <a:pt x="4681191" y="480492"/>
                  <a:pt x="4682282" y="482947"/>
                </a:cubicBezTo>
                <a:cubicBezTo>
                  <a:pt x="4683374" y="485403"/>
                  <a:pt x="4684124" y="488882"/>
                  <a:pt x="4684533" y="493384"/>
                </a:cubicBezTo>
                <a:cubicBezTo>
                  <a:pt x="4684943" y="497886"/>
                  <a:pt x="4685147" y="503548"/>
                  <a:pt x="4685147" y="510369"/>
                </a:cubicBezTo>
                <a:cubicBezTo>
                  <a:pt x="4685147" y="516372"/>
                  <a:pt x="4685011" y="521487"/>
                  <a:pt x="4684738" y="525717"/>
                </a:cubicBezTo>
                <a:cubicBezTo>
                  <a:pt x="4684465" y="529946"/>
                  <a:pt x="4684056" y="533561"/>
                  <a:pt x="4683510" y="536563"/>
                </a:cubicBezTo>
                <a:cubicBezTo>
                  <a:pt x="4682965" y="539564"/>
                  <a:pt x="4682146" y="542088"/>
                  <a:pt x="4681054" y="544134"/>
                </a:cubicBezTo>
                <a:cubicBezTo>
                  <a:pt x="4679963" y="546181"/>
                  <a:pt x="4678531" y="548159"/>
                  <a:pt x="4676757" y="550069"/>
                </a:cubicBezTo>
                <a:cubicBezTo>
                  <a:pt x="4674984" y="551979"/>
                  <a:pt x="4670141" y="554571"/>
                  <a:pt x="4662228" y="557845"/>
                </a:cubicBezTo>
                <a:cubicBezTo>
                  <a:pt x="4654315" y="561119"/>
                  <a:pt x="4644220" y="564325"/>
                  <a:pt x="4631941" y="567463"/>
                </a:cubicBezTo>
                <a:cubicBezTo>
                  <a:pt x="4619663" y="570601"/>
                  <a:pt x="4605611" y="573329"/>
                  <a:pt x="4589786" y="575649"/>
                </a:cubicBezTo>
                <a:cubicBezTo>
                  <a:pt x="4573961" y="577968"/>
                  <a:pt x="4557044" y="579127"/>
                  <a:pt x="4539035" y="579127"/>
                </a:cubicBezTo>
                <a:cubicBezTo>
                  <a:pt x="4506566" y="579127"/>
                  <a:pt x="4478121" y="575035"/>
                  <a:pt x="4453701" y="566849"/>
                </a:cubicBezTo>
                <a:cubicBezTo>
                  <a:pt x="4429280" y="558664"/>
                  <a:pt x="4408885" y="546249"/>
                  <a:pt x="4392514" y="529605"/>
                </a:cubicBezTo>
                <a:cubicBezTo>
                  <a:pt x="4376143" y="512961"/>
                  <a:pt x="4363933" y="491951"/>
                  <a:pt x="4355883" y="466576"/>
                </a:cubicBezTo>
                <a:cubicBezTo>
                  <a:pt x="4347835" y="441201"/>
                  <a:pt x="4343810" y="411460"/>
                  <a:pt x="4343810" y="377354"/>
                </a:cubicBezTo>
                <a:cubicBezTo>
                  <a:pt x="4343810" y="344884"/>
                  <a:pt x="4348039" y="315621"/>
                  <a:pt x="4356498" y="289564"/>
                </a:cubicBezTo>
                <a:cubicBezTo>
                  <a:pt x="4364956" y="263506"/>
                  <a:pt x="4377235" y="241405"/>
                  <a:pt x="4393333" y="223261"/>
                </a:cubicBezTo>
                <a:cubicBezTo>
                  <a:pt x="4409431" y="205116"/>
                  <a:pt x="4429008" y="191269"/>
                  <a:pt x="4452064" y="181719"/>
                </a:cubicBezTo>
                <a:cubicBezTo>
                  <a:pt x="4475120" y="172169"/>
                  <a:pt x="4501109" y="167394"/>
                  <a:pt x="4530031" y="167394"/>
                </a:cubicBezTo>
                <a:close/>
                <a:moveTo>
                  <a:pt x="3926831" y="167394"/>
                </a:moveTo>
                <a:cubicBezTo>
                  <a:pt x="3953570" y="167394"/>
                  <a:pt x="3976353" y="172647"/>
                  <a:pt x="3995180" y="183152"/>
                </a:cubicBezTo>
                <a:cubicBezTo>
                  <a:pt x="4014007" y="193656"/>
                  <a:pt x="4029355" y="208049"/>
                  <a:pt x="4041224" y="226330"/>
                </a:cubicBezTo>
                <a:cubicBezTo>
                  <a:pt x="4053093" y="244611"/>
                  <a:pt x="4061756" y="265894"/>
                  <a:pt x="4067212" y="290178"/>
                </a:cubicBezTo>
                <a:cubicBezTo>
                  <a:pt x="4072670" y="314461"/>
                  <a:pt x="4075399" y="340382"/>
                  <a:pt x="4075399" y="367940"/>
                </a:cubicBezTo>
                <a:cubicBezTo>
                  <a:pt x="4075399" y="400410"/>
                  <a:pt x="4071920" y="429673"/>
                  <a:pt x="4064962" y="455730"/>
                </a:cubicBezTo>
                <a:cubicBezTo>
                  <a:pt x="4058004" y="481788"/>
                  <a:pt x="4047840" y="503957"/>
                  <a:pt x="4034470" y="522238"/>
                </a:cubicBezTo>
                <a:cubicBezTo>
                  <a:pt x="4021101" y="540519"/>
                  <a:pt x="4004457" y="554571"/>
                  <a:pt x="3984539" y="564393"/>
                </a:cubicBezTo>
                <a:cubicBezTo>
                  <a:pt x="3964621" y="574216"/>
                  <a:pt x="3941837" y="579127"/>
                  <a:pt x="3916189" y="579127"/>
                </a:cubicBezTo>
                <a:cubicBezTo>
                  <a:pt x="3905548" y="579127"/>
                  <a:pt x="3895793" y="578104"/>
                  <a:pt x="3886927" y="576058"/>
                </a:cubicBezTo>
                <a:cubicBezTo>
                  <a:pt x="3878059" y="574011"/>
                  <a:pt x="3869464" y="570874"/>
                  <a:pt x="3861142" y="566644"/>
                </a:cubicBezTo>
                <a:cubicBezTo>
                  <a:pt x="3852820" y="562415"/>
                  <a:pt x="3844566" y="557163"/>
                  <a:pt x="3836381" y="550887"/>
                </a:cubicBezTo>
                <a:cubicBezTo>
                  <a:pt x="3828195" y="544612"/>
                  <a:pt x="3819736" y="537245"/>
                  <a:pt x="3811005" y="528786"/>
                </a:cubicBezTo>
                <a:lnTo>
                  <a:pt x="3811005" y="700683"/>
                </a:lnTo>
                <a:cubicBezTo>
                  <a:pt x="3811005" y="703411"/>
                  <a:pt x="3810187" y="705867"/>
                  <a:pt x="3808550" y="708050"/>
                </a:cubicBezTo>
                <a:cubicBezTo>
                  <a:pt x="3806913" y="710233"/>
                  <a:pt x="3804116" y="712074"/>
                  <a:pt x="3800160" y="713575"/>
                </a:cubicBezTo>
                <a:cubicBezTo>
                  <a:pt x="3796203" y="715076"/>
                  <a:pt x="3790951" y="716235"/>
                  <a:pt x="3784402" y="717054"/>
                </a:cubicBezTo>
                <a:cubicBezTo>
                  <a:pt x="3777854" y="717873"/>
                  <a:pt x="3769531" y="718282"/>
                  <a:pt x="3759437" y="718282"/>
                </a:cubicBezTo>
                <a:cubicBezTo>
                  <a:pt x="3749340" y="718282"/>
                  <a:pt x="3741018" y="717873"/>
                  <a:pt x="3734470" y="717054"/>
                </a:cubicBezTo>
                <a:cubicBezTo>
                  <a:pt x="3727922" y="716235"/>
                  <a:pt x="3722669" y="715076"/>
                  <a:pt x="3718713" y="713575"/>
                </a:cubicBezTo>
                <a:cubicBezTo>
                  <a:pt x="3714757" y="712074"/>
                  <a:pt x="3711961" y="710233"/>
                  <a:pt x="3710323" y="708050"/>
                </a:cubicBezTo>
                <a:cubicBezTo>
                  <a:pt x="3708685" y="705867"/>
                  <a:pt x="3707867" y="703411"/>
                  <a:pt x="3707867" y="700683"/>
                </a:cubicBezTo>
                <a:lnTo>
                  <a:pt x="3707867" y="190723"/>
                </a:lnTo>
                <a:cubicBezTo>
                  <a:pt x="3707867" y="187995"/>
                  <a:pt x="3708549" y="185607"/>
                  <a:pt x="3709914" y="183561"/>
                </a:cubicBezTo>
                <a:cubicBezTo>
                  <a:pt x="3711278" y="181514"/>
                  <a:pt x="3713665" y="179809"/>
                  <a:pt x="3717076" y="178445"/>
                </a:cubicBezTo>
                <a:cubicBezTo>
                  <a:pt x="3720487" y="177081"/>
                  <a:pt x="3724988" y="176058"/>
                  <a:pt x="3730582" y="175375"/>
                </a:cubicBezTo>
                <a:cubicBezTo>
                  <a:pt x="3736175" y="174693"/>
                  <a:pt x="3743202" y="174352"/>
                  <a:pt x="3751660" y="174352"/>
                </a:cubicBezTo>
                <a:cubicBezTo>
                  <a:pt x="3759846" y="174352"/>
                  <a:pt x="3766735" y="174693"/>
                  <a:pt x="3772329" y="175375"/>
                </a:cubicBezTo>
                <a:cubicBezTo>
                  <a:pt x="3777922" y="176058"/>
                  <a:pt x="3782424" y="177081"/>
                  <a:pt x="3785835" y="178445"/>
                </a:cubicBezTo>
                <a:cubicBezTo>
                  <a:pt x="3789245" y="179809"/>
                  <a:pt x="3791633" y="181514"/>
                  <a:pt x="3792997" y="183561"/>
                </a:cubicBezTo>
                <a:cubicBezTo>
                  <a:pt x="3794362" y="185607"/>
                  <a:pt x="3795044" y="187995"/>
                  <a:pt x="3795044" y="190723"/>
                </a:cubicBezTo>
                <a:lnTo>
                  <a:pt x="3795044" y="233697"/>
                </a:lnTo>
                <a:cubicBezTo>
                  <a:pt x="3805685" y="222783"/>
                  <a:pt x="3816122" y="213165"/>
                  <a:pt x="3826353" y="204843"/>
                </a:cubicBezTo>
                <a:cubicBezTo>
                  <a:pt x="3836585" y="196521"/>
                  <a:pt x="3847021" y="189564"/>
                  <a:pt x="3857663" y="183970"/>
                </a:cubicBezTo>
                <a:cubicBezTo>
                  <a:pt x="3868304" y="178377"/>
                  <a:pt x="3879287" y="174216"/>
                  <a:pt x="3890610" y="171487"/>
                </a:cubicBezTo>
                <a:cubicBezTo>
                  <a:pt x="3901933" y="168759"/>
                  <a:pt x="3914006" y="167394"/>
                  <a:pt x="3926831" y="167394"/>
                </a:cubicBezTo>
                <a:close/>
                <a:moveTo>
                  <a:pt x="3233254" y="167394"/>
                </a:moveTo>
                <a:cubicBezTo>
                  <a:pt x="3248261" y="167394"/>
                  <a:pt x="3261768" y="168963"/>
                  <a:pt x="3273773" y="172101"/>
                </a:cubicBezTo>
                <a:cubicBezTo>
                  <a:pt x="3285778" y="175239"/>
                  <a:pt x="3296488" y="179741"/>
                  <a:pt x="3305901" y="185607"/>
                </a:cubicBezTo>
                <a:cubicBezTo>
                  <a:pt x="3315315" y="191474"/>
                  <a:pt x="3323432" y="198500"/>
                  <a:pt x="3330253" y="206685"/>
                </a:cubicBezTo>
                <a:cubicBezTo>
                  <a:pt x="3337074" y="214871"/>
                  <a:pt x="3342804" y="224011"/>
                  <a:pt x="3347443" y="234107"/>
                </a:cubicBezTo>
                <a:cubicBezTo>
                  <a:pt x="3358356" y="222374"/>
                  <a:pt x="3369066" y="212279"/>
                  <a:pt x="3379571" y="203820"/>
                </a:cubicBezTo>
                <a:cubicBezTo>
                  <a:pt x="3390075" y="195362"/>
                  <a:pt x="3400444" y="188472"/>
                  <a:pt x="3410676" y="183152"/>
                </a:cubicBezTo>
                <a:cubicBezTo>
                  <a:pt x="3420908" y="177831"/>
                  <a:pt x="3431139" y="173875"/>
                  <a:pt x="3441372" y="171283"/>
                </a:cubicBezTo>
                <a:cubicBezTo>
                  <a:pt x="3451603" y="168691"/>
                  <a:pt x="3462040" y="167394"/>
                  <a:pt x="3472681" y="167394"/>
                </a:cubicBezTo>
                <a:cubicBezTo>
                  <a:pt x="3496965" y="167394"/>
                  <a:pt x="3517429" y="171487"/>
                  <a:pt x="3534073" y="179673"/>
                </a:cubicBezTo>
                <a:cubicBezTo>
                  <a:pt x="3550717" y="187858"/>
                  <a:pt x="3564155" y="198977"/>
                  <a:pt x="3574387" y="213029"/>
                </a:cubicBezTo>
                <a:cubicBezTo>
                  <a:pt x="3584619" y="227081"/>
                  <a:pt x="3591917" y="243520"/>
                  <a:pt x="3596283" y="262347"/>
                </a:cubicBezTo>
                <a:cubicBezTo>
                  <a:pt x="3600649" y="281174"/>
                  <a:pt x="3602832" y="301092"/>
                  <a:pt x="3602832" y="322101"/>
                </a:cubicBezTo>
                <a:lnTo>
                  <a:pt x="3602832" y="555799"/>
                </a:lnTo>
                <a:cubicBezTo>
                  <a:pt x="3602832" y="558527"/>
                  <a:pt x="3602013" y="560915"/>
                  <a:pt x="3600376" y="562961"/>
                </a:cubicBezTo>
                <a:cubicBezTo>
                  <a:pt x="3598739" y="565007"/>
                  <a:pt x="3596010" y="566713"/>
                  <a:pt x="3592191" y="568077"/>
                </a:cubicBezTo>
                <a:cubicBezTo>
                  <a:pt x="3588371" y="569441"/>
                  <a:pt x="3583187" y="570464"/>
                  <a:pt x="3576638" y="571147"/>
                </a:cubicBezTo>
                <a:cubicBezTo>
                  <a:pt x="3570089" y="571829"/>
                  <a:pt x="3561768" y="572170"/>
                  <a:pt x="3551672" y="572170"/>
                </a:cubicBezTo>
                <a:cubicBezTo>
                  <a:pt x="3541304" y="572170"/>
                  <a:pt x="3532845" y="571829"/>
                  <a:pt x="3526297" y="571147"/>
                </a:cubicBezTo>
                <a:cubicBezTo>
                  <a:pt x="3519748" y="570464"/>
                  <a:pt x="3514496" y="569441"/>
                  <a:pt x="3510540" y="568077"/>
                </a:cubicBezTo>
                <a:cubicBezTo>
                  <a:pt x="3506583" y="566713"/>
                  <a:pt x="3503855" y="565007"/>
                  <a:pt x="3502354" y="562961"/>
                </a:cubicBezTo>
                <a:cubicBezTo>
                  <a:pt x="3500853" y="560915"/>
                  <a:pt x="3500103" y="558527"/>
                  <a:pt x="3500103" y="555799"/>
                </a:cubicBezTo>
                <a:lnTo>
                  <a:pt x="3500103" y="339291"/>
                </a:lnTo>
                <a:cubicBezTo>
                  <a:pt x="3500103" y="327013"/>
                  <a:pt x="3498943" y="315826"/>
                  <a:pt x="3496624" y="305730"/>
                </a:cubicBezTo>
                <a:cubicBezTo>
                  <a:pt x="3494305" y="295635"/>
                  <a:pt x="3490758" y="286972"/>
                  <a:pt x="3485983" y="279741"/>
                </a:cubicBezTo>
                <a:cubicBezTo>
                  <a:pt x="3481208" y="272511"/>
                  <a:pt x="3475205" y="266917"/>
                  <a:pt x="3467975" y="262961"/>
                </a:cubicBezTo>
                <a:cubicBezTo>
                  <a:pt x="3460744" y="259004"/>
                  <a:pt x="3452081" y="257026"/>
                  <a:pt x="3441986" y="257026"/>
                </a:cubicBezTo>
                <a:cubicBezTo>
                  <a:pt x="3429707" y="257026"/>
                  <a:pt x="3417293" y="261801"/>
                  <a:pt x="3404741" y="271351"/>
                </a:cubicBezTo>
                <a:cubicBezTo>
                  <a:pt x="3392190" y="280901"/>
                  <a:pt x="3378548" y="294816"/>
                  <a:pt x="3363814" y="313097"/>
                </a:cubicBezTo>
                <a:lnTo>
                  <a:pt x="3363814" y="555799"/>
                </a:lnTo>
                <a:cubicBezTo>
                  <a:pt x="3363814" y="558527"/>
                  <a:pt x="3362995" y="560915"/>
                  <a:pt x="3361358" y="562961"/>
                </a:cubicBezTo>
                <a:cubicBezTo>
                  <a:pt x="3359721" y="565007"/>
                  <a:pt x="3356924" y="566713"/>
                  <a:pt x="3352968" y="568077"/>
                </a:cubicBezTo>
                <a:cubicBezTo>
                  <a:pt x="3349011" y="569441"/>
                  <a:pt x="3343759" y="570464"/>
                  <a:pt x="3337210" y="571147"/>
                </a:cubicBezTo>
                <a:cubicBezTo>
                  <a:pt x="3330662" y="571829"/>
                  <a:pt x="3322476" y="572170"/>
                  <a:pt x="3312654" y="572170"/>
                </a:cubicBezTo>
                <a:cubicBezTo>
                  <a:pt x="3302559" y="572170"/>
                  <a:pt x="3294237" y="571829"/>
                  <a:pt x="3287688" y="571147"/>
                </a:cubicBezTo>
                <a:cubicBezTo>
                  <a:pt x="3281139" y="570464"/>
                  <a:pt x="3275887" y="569441"/>
                  <a:pt x="3271931" y="568077"/>
                </a:cubicBezTo>
                <a:cubicBezTo>
                  <a:pt x="3267974" y="566713"/>
                  <a:pt x="3265178" y="565007"/>
                  <a:pt x="3263541" y="562961"/>
                </a:cubicBezTo>
                <a:cubicBezTo>
                  <a:pt x="3261904" y="560915"/>
                  <a:pt x="3261085" y="558527"/>
                  <a:pt x="3261085" y="555799"/>
                </a:cubicBezTo>
                <a:lnTo>
                  <a:pt x="3261085" y="339291"/>
                </a:lnTo>
                <a:cubicBezTo>
                  <a:pt x="3261085" y="327013"/>
                  <a:pt x="3259926" y="315826"/>
                  <a:pt x="3257606" y="305730"/>
                </a:cubicBezTo>
                <a:cubicBezTo>
                  <a:pt x="3255287" y="295635"/>
                  <a:pt x="3251808" y="286972"/>
                  <a:pt x="3247170" y="279741"/>
                </a:cubicBezTo>
                <a:cubicBezTo>
                  <a:pt x="3242531" y="272511"/>
                  <a:pt x="3236528" y="266917"/>
                  <a:pt x="3229162" y="262961"/>
                </a:cubicBezTo>
                <a:cubicBezTo>
                  <a:pt x="3221794" y="259004"/>
                  <a:pt x="3213200" y="257026"/>
                  <a:pt x="3203377" y="257026"/>
                </a:cubicBezTo>
                <a:cubicBezTo>
                  <a:pt x="3190826" y="257026"/>
                  <a:pt x="3178274" y="261801"/>
                  <a:pt x="3165723" y="271351"/>
                </a:cubicBezTo>
                <a:cubicBezTo>
                  <a:pt x="3153172" y="280901"/>
                  <a:pt x="3139666" y="294816"/>
                  <a:pt x="3125205" y="313097"/>
                </a:cubicBezTo>
                <a:lnTo>
                  <a:pt x="3125205" y="555799"/>
                </a:lnTo>
                <a:cubicBezTo>
                  <a:pt x="3125205" y="558527"/>
                  <a:pt x="3124387" y="560915"/>
                  <a:pt x="3122750" y="562961"/>
                </a:cubicBezTo>
                <a:cubicBezTo>
                  <a:pt x="3121112" y="565007"/>
                  <a:pt x="3118316" y="566713"/>
                  <a:pt x="3114359" y="568077"/>
                </a:cubicBezTo>
                <a:cubicBezTo>
                  <a:pt x="3110403" y="569441"/>
                  <a:pt x="3105150" y="570464"/>
                  <a:pt x="3098602" y="571147"/>
                </a:cubicBezTo>
                <a:cubicBezTo>
                  <a:pt x="3092054" y="571829"/>
                  <a:pt x="3083732" y="572170"/>
                  <a:pt x="3073636" y="572170"/>
                </a:cubicBezTo>
                <a:cubicBezTo>
                  <a:pt x="3063541" y="572170"/>
                  <a:pt x="3055219" y="571829"/>
                  <a:pt x="3048670" y="571147"/>
                </a:cubicBezTo>
                <a:cubicBezTo>
                  <a:pt x="3042122" y="570464"/>
                  <a:pt x="3036870" y="569441"/>
                  <a:pt x="3032913" y="568077"/>
                </a:cubicBezTo>
                <a:cubicBezTo>
                  <a:pt x="3028956" y="566713"/>
                  <a:pt x="3026160" y="565007"/>
                  <a:pt x="3024522" y="562961"/>
                </a:cubicBezTo>
                <a:cubicBezTo>
                  <a:pt x="3022886" y="560915"/>
                  <a:pt x="3022067" y="558527"/>
                  <a:pt x="3022067" y="555799"/>
                </a:cubicBezTo>
                <a:lnTo>
                  <a:pt x="3022067" y="190723"/>
                </a:lnTo>
                <a:cubicBezTo>
                  <a:pt x="3022067" y="187995"/>
                  <a:pt x="3022749" y="185607"/>
                  <a:pt x="3024113" y="183561"/>
                </a:cubicBezTo>
                <a:cubicBezTo>
                  <a:pt x="3025478" y="181514"/>
                  <a:pt x="3027933" y="179809"/>
                  <a:pt x="3031480" y="178445"/>
                </a:cubicBezTo>
                <a:cubicBezTo>
                  <a:pt x="3035028" y="177081"/>
                  <a:pt x="3039598" y="176058"/>
                  <a:pt x="3045191" y="175375"/>
                </a:cubicBezTo>
                <a:cubicBezTo>
                  <a:pt x="3050785" y="174693"/>
                  <a:pt x="3057811" y="174352"/>
                  <a:pt x="3066269" y="174352"/>
                </a:cubicBezTo>
                <a:cubicBezTo>
                  <a:pt x="3075001" y="174352"/>
                  <a:pt x="3082231" y="174693"/>
                  <a:pt x="3087961" y="175375"/>
                </a:cubicBezTo>
                <a:cubicBezTo>
                  <a:pt x="3093691" y="176058"/>
                  <a:pt x="3098124" y="177081"/>
                  <a:pt x="3101262" y="178445"/>
                </a:cubicBezTo>
                <a:cubicBezTo>
                  <a:pt x="3104400" y="179809"/>
                  <a:pt x="3106651" y="181514"/>
                  <a:pt x="3108015" y="183561"/>
                </a:cubicBezTo>
                <a:cubicBezTo>
                  <a:pt x="3109380" y="185607"/>
                  <a:pt x="3110061" y="187995"/>
                  <a:pt x="3110061" y="190723"/>
                </a:cubicBezTo>
                <a:lnTo>
                  <a:pt x="3110061" y="232879"/>
                </a:lnTo>
                <a:cubicBezTo>
                  <a:pt x="3130253" y="211051"/>
                  <a:pt x="3150376" y="194680"/>
                  <a:pt x="3170430" y="183766"/>
                </a:cubicBezTo>
                <a:cubicBezTo>
                  <a:pt x="3190485" y="172851"/>
                  <a:pt x="3211426" y="167394"/>
                  <a:pt x="3233254" y="167394"/>
                </a:cubicBezTo>
                <a:close/>
                <a:moveTo>
                  <a:pt x="2767906" y="167394"/>
                </a:moveTo>
                <a:cubicBezTo>
                  <a:pt x="2798465" y="167394"/>
                  <a:pt x="2824590" y="171896"/>
                  <a:pt x="2846283" y="180901"/>
                </a:cubicBezTo>
                <a:cubicBezTo>
                  <a:pt x="2867974" y="189905"/>
                  <a:pt x="2885778" y="202388"/>
                  <a:pt x="2899693" y="218349"/>
                </a:cubicBezTo>
                <a:cubicBezTo>
                  <a:pt x="2913608" y="234311"/>
                  <a:pt x="2923841" y="253206"/>
                  <a:pt x="2930389" y="275034"/>
                </a:cubicBezTo>
                <a:cubicBezTo>
                  <a:pt x="2936937" y="296863"/>
                  <a:pt x="2940212" y="320601"/>
                  <a:pt x="2940212" y="346249"/>
                </a:cubicBezTo>
                <a:lnTo>
                  <a:pt x="2940212" y="362620"/>
                </a:lnTo>
                <a:cubicBezTo>
                  <a:pt x="2940212" y="375171"/>
                  <a:pt x="2937415" y="384448"/>
                  <a:pt x="2931822" y="390451"/>
                </a:cubicBezTo>
                <a:cubicBezTo>
                  <a:pt x="2926228" y="396453"/>
                  <a:pt x="2918520" y="399455"/>
                  <a:pt x="2908697" y="399455"/>
                </a:cubicBezTo>
                <a:lnTo>
                  <a:pt x="2686459" y="399455"/>
                </a:lnTo>
                <a:cubicBezTo>
                  <a:pt x="2686459" y="415007"/>
                  <a:pt x="2688302" y="429127"/>
                  <a:pt x="2691985" y="441815"/>
                </a:cubicBezTo>
                <a:cubicBezTo>
                  <a:pt x="2695668" y="454503"/>
                  <a:pt x="2701535" y="465280"/>
                  <a:pt x="2709584" y="474148"/>
                </a:cubicBezTo>
                <a:cubicBezTo>
                  <a:pt x="2717633" y="483015"/>
                  <a:pt x="2728001" y="489769"/>
                  <a:pt x="2740689" y="494407"/>
                </a:cubicBezTo>
                <a:cubicBezTo>
                  <a:pt x="2753377" y="499046"/>
                  <a:pt x="2768588" y="501365"/>
                  <a:pt x="2786323" y="501365"/>
                </a:cubicBezTo>
                <a:cubicBezTo>
                  <a:pt x="2804331" y="501365"/>
                  <a:pt x="2820157" y="500069"/>
                  <a:pt x="2833799" y="497477"/>
                </a:cubicBezTo>
                <a:cubicBezTo>
                  <a:pt x="2847442" y="494885"/>
                  <a:pt x="2859243" y="492020"/>
                  <a:pt x="2869202" y="488882"/>
                </a:cubicBezTo>
                <a:cubicBezTo>
                  <a:pt x="2879161" y="485744"/>
                  <a:pt x="2887415" y="482879"/>
                  <a:pt x="2893963" y="480287"/>
                </a:cubicBezTo>
                <a:cubicBezTo>
                  <a:pt x="2900512" y="477695"/>
                  <a:pt x="2905832" y="476399"/>
                  <a:pt x="2909925" y="476399"/>
                </a:cubicBezTo>
                <a:cubicBezTo>
                  <a:pt x="2912381" y="476399"/>
                  <a:pt x="2914427" y="476876"/>
                  <a:pt x="2916064" y="477831"/>
                </a:cubicBezTo>
                <a:cubicBezTo>
                  <a:pt x="2917701" y="478786"/>
                  <a:pt x="2919066" y="480492"/>
                  <a:pt x="2920157" y="482947"/>
                </a:cubicBezTo>
                <a:cubicBezTo>
                  <a:pt x="2921249" y="485403"/>
                  <a:pt x="2921999" y="488882"/>
                  <a:pt x="2922408" y="493384"/>
                </a:cubicBezTo>
                <a:cubicBezTo>
                  <a:pt x="2922817" y="497886"/>
                  <a:pt x="2923022" y="503548"/>
                  <a:pt x="2923022" y="510369"/>
                </a:cubicBezTo>
                <a:cubicBezTo>
                  <a:pt x="2923022" y="516372"/>
                  <a:pt x="2922885" y="521487"/>
                  <a:pt x="2922613" y="525717"/>
                </a:cubicBezTo>
                <a:cubicBezTo>
                  <a:pt x="2922340" y="529946"/>
                  <a:pt x="2921930" y="533561"/>
                  <a:pt x="2921385" y="536563"/>
                </a:cubicBezTo>
                <a:cubicBezTo>
                  <a:pt x="2920839" y="539564"/>
                  <a:pt x="2920021" y="542088"/>
                  <a:pt x="2918929" y="544134"/>
                </a:cubicBezTo>
                <a:cubicBezTo>
                  <a:pt x="2917838" y="546181"/>
                  <a:pt x="2916405" y="548159"/>
                  <a:pt x="2914632" y="550069"/>
                </a:cubicBezTo>
                <a:cubicBezTo>
                  <a:pt x="2912858" y="551979"/>
                  <a:pt x="2908015" y="554571"/>
                  <a:pt x="2900103" y="557845"/>
                </a:cubicBezTo>
                <a:cubicBezTo>
                  <a:pt x="2892190" y="561119"/>
                  <a:pt x="2882094" y="564325"/>
                  <a:pt x="2869816" y="567463"/>
                </a:cubicBezTo>
                <a:cubicBezTo>
                  <a:pt x="2857537" y="570601"/>
                  <a:pt x="2843486" y="573329"/>
                  <a:pt x="2827660" y="575649"/>
                </a:cubicBezTo>
                <a:cubicBezTo>
                  <a:pt x="2811835" y="577968"/>
                  <a:pt x="2794918" y="579127"/>
                  <a:pt x="2776910" y="579127"/>
                </a:cubicBezTo>
                <a:cubicBezTo>
                  <a:pt x="2744441" y="579127"/>
                  <a:pt x="2715996" y="575035"/>
                  <a:pt x="2691576" y="566849"/>
                </a:cubicBezTo>
                <a:cubicBezTo>
                  <a:pt x="2667156" y="558664"/>
                  <a:pt x="2646760" y="546249"/>
                  <a:pt x="2630388" y="529605"/>
                </a:cubicBezTo>
                <a:cubicBezTo>
                  <a:pt x="2614018" y="512961"/>
                  <a:pt x="2601807" y="491951"/>
                  <a:pt x="2593759" y="466576"/>
                </a:cubicBezTo>
                <a:cubicBezTo>
                  <a:pt x="2585710" y="441201"/>
                  <a:pt x="2581685" y="411460"/>
                  <a:pt x="2581685" y="377354"/>
                </a:cubicBezTo>
                <a:cubicBezTo>
                  <a:pt x="2581685" y="344884"/>
                  <a:pt x="2585913" y="315621"/>
                  <a:pt x="2594372" y="289564"/>
                </a:cubicBezTo>
                <a:cubicBezTo>
                  <a:pt x="2602831" y="263506"/>
                  <a:pt x="2615109" y="241405"/>
                  <a:pt x="2631207" y="223261"/>
                </a:cubicBezTo>
                <a:cubicBezTo>
                  <a:pt x="2647306" y="205116"/>
                  <a:pt x="2666882" y="191269"/>
                  <a:pt x="2689938" y="181719"/>
                </a:cubicBezTo>
                <a:cubicBezTo>
                  <a:pt x="2712995" y="172169"/>
                  <a:pt x="2738983" y="167394"/>
                  <a:pt x="2767906" y="167394"/>
                </a:cubicBezTo>
                <a:close/>
                <a:moveTo>
                  <a:pt x="1815406" y="167394"/>
                </a:moveTo>
                <a:cubicBezTo>
                  <a:pt x="1845965" y="167394"/>
                  <a:pt x="1872091" y="171896"/>
                  <a:pt x="1893783" y="180901"/>
                </a:cubicBezTo>
                <a:cubicBezTo>
                  <a:pt x="1915474" y="189905"/>
                  <a:pt x="1933278" y="202388"/>
                  <a:pt x="1947193" y="218349"/>
                </a:cubicBezTo>
                <a:cubicBezTo>
                  <a:pt x="1961109" y="234311"/>
                  <a:pt x="1971341" y="253206"/>
                  <a:pt x="1977889" y="275034"/>
                </a:cubicBezTo>
                <a:cubicBezTo>
                  <a:pt x="1984437" y="296863"/>
                  <a:pt x="1987712" y="320601"/>
                  <a:pt x="1987712" y="346249"/>
                </a:cubicBezTo>
                <a:lnTo>
                  <a:pt x="1987712" y="362620"/>
                </a:lnTo>
                <a:cubicBezTo>
                  <a:pt x="1987712" y="375171"/>
                  <a:pt x="1984915" y="384448"/>
                  <a:pt x="1979322" y="390451"/>
                </a:cubicBezTo>
                <a:cubicBezTo>
                  <a:pt x="1973728" y="396453"/>
                  <a:pt x="1966020" y="399455"/>
                  <a:pt x="1956197" y="399455"/>
                </a:cubicBezTo>
                <a:lnTo>
                  <a:pt x="1733959" y="399455"/>
                </a:lnTo>
                <a:cubicBezTo>
                  <a:pt x="1733959" y="415007"/>
                  <a:pt x="1735801" y="429127"/>
                  <a:pt x="1739485" y="441815"/>
                </a:cubicBezTo>
                <a:cubicBezTo>
                  <a:pt x="1743168" y="454503"/>
                  <a:pt x="1749035" y="465280"/>
                  <a:pt x="1757084" y="474148"/>
                </a:cubicBezTo>
                <a:cubicBezTo>
                  <a:pt x="1765133" y="483015"/>
                  <a:pt x="1775501" y="489769"/>
                  <a:pt x="1788189" y="494407"/>
                </a:cubicBezTo>
                <a:cubicBezTo>
                  <a:pt x="1800877" y="499046"/>
                  <a:pt x="1816088" y="501365"/>
                  <a:pt x="1833823" y="501365"/>
                </a:cubicBezTo>
                <a:cubicBezTo>
                  <a:pt x="1851831" y="501365"/>
                  <a:pt x="1867657" y="500069"/>
                  <a:pt x="1881300" y="497477"/>
                </a:cubicBezTo>
                <a:cubicBezTo>
                  <a:pt x="1894942" y="494885"/>
                  <a:pt x="1906743" y="492020"/>
                  <a:pt x="1916702" y="488882"/>
                </a:cubicBezTo>
                <a:cubicBezTo>
                  <a:pt x="1926661" y="485744"/>
                  <a:pt x="1934915" y="482879"/>
                  <a:pt x="1941464" y="480287"/>
                </a:cubicBezTo>
                <a:cubicBezTo>
                  <a:pt x="1948012" y="477695"/>
                  <a:pt x="1953332" y="476399"/>
                  <a:pt x="1957425" y="476399"/>
                </a:cubicBezTo>
                <a:cubicBezTo>
                  <a:pt x="1959881" y="476399"/>
                  <a:pt x="1961927" y="476876"/>
                  <a:pt x="1963564" y="477831"/>
                </a:cubicBezTo>
                <a:cubicBezTo>
                  <a:pt x="1965201" y="478786"/>
                  <a:pt x="1966566" y="480492"/>
                  <a:pt x="1967657" y="482947"/>
                </a:cubicBezTo>
                <a:cubicBezTo>
                  <a:pt x="1968749" y="485403"/>
                  <a:pt x="1969499" y="488882"/>
                  <a:pt x="1969908" y="493384"/>
                </a:cubicBezTo>
                <a:cubicBezTo>
                  <a:pt x="1970318" y="497886"/>
                  <a:pt x="1970522" y="503548"/>
                  <a:pt x="1970522" y="510369"/>
                </a:cubicBezTo>
                <a:cubicBezTo>
                  <a:pt x="1970522" y="516372"/>
                  <a:pt x="1970386" y="521487"/>
                  <a:pt x="1970113" y="525717"/>
                </a:cubicBezTo>
                <a:cubicBezTo>
                  <a:pt x="1969840" y="529946"/>
                  <a:pt x="1969431" y="533561"/>
                  <a:pt x="1968885" y="536563"/>
                </a:cubicBezTo>
                <a:cubicBezTo>
                  <a:pt x="1968339" y="539564"/>
                  <a:pt x="1967521" y="542088"/>
                  <a:pt x="1966429" y="544134"/>
                </a:cubicBezTo>
                <a:cubicBezTo>
                  <a:pt x="1965338" y="546181"/>
                  <a:pt x="1963905" y="548159"/>
                  <a:pt x="1962132" y="550069"/>
                </a:cubicBezTo>
                <a:cubicBezTo>
                  <a:pt x="1960358" y="551979"/>
                  <a:pt x="1955515" y="554571"/>
                  <a:pt x="1947603" y="557845"/>
                </a:cubicBezTo>
                <a:cubicBezTo>
                  <a:pt x="1939690" y="561119"/>
                  <a:pt x="1929594" y="564325"/>
                  <a:pt x="1917316" y="567463"/>
                </a:cubicBezTo>
                <a:cubicBezTo>
                  <a:pt x="1905037" y="570601"/>
                  <a:pt x="1890986" y="573329"/>
                  <a:pt x="1875160" y="575649"/>
                </a:cubicBezTo>
                <a:cubicBezTo>
                  <a:pt x="1859335" y="577968"/>
                  <a:pt x="1842418" y="579127"/>
                  <a:pt x="1824410" y="579127"/>
                </a:cubicBezTo>
                <a:cubicBezTo>
                  <a:pt x="1791941" y="579127"/>
                  <a:pt x="1763496" y="575035"/>
                  <a:pt x="1739076" y="566849"/>
                </a:cubicBezTo>
                <a:cubicBezTo>
                  <a:pt x="1714656" y="558664"/>
                  <a:pt x="1694260" y="546249"/>
                  <a:pt x="1677888" y="529605"/>
                </a:cubicBezTo>
                <a:cubicBezTo>
                  <a:pt x="1661518" y="512961"/>
                  <a:pt x="1649308" y="491951"/>
                  <a:pt x="1641259" y="466576"/>
                </a:cubicBezTo>
                <a:cubicBezTo>
                  <a:pt x="1633209" y="441201"/>
                  <a:pt x="1629185" y="411460"/>
                  <a:pt x="1629185" y="377354"/>
                </a:cubicBezTo>
                <a:cubicBezTo>
                  <a:pt x="1629185" y="344884"/>
                  <a:pt x="1633414" y="315621"/>
                  <a:pt x="1641872" y="289564"/>
                </a:cubicBezTo>
                <a:cubicBezTo>
                  <a:pt x="1650331" y="263506"/>
                  <a:pt x="1662609" y="241405"/>
                  <a:pt x="1678707" y="223261"/>
                </a:cubicBezTo>
                <a:cubicBezTo>
                  <a:pt x="1694806" y="205116"/>
                  <a:pt x="1714383" y="191269"/>
                  <a:pt x="1737438" y="181719"/>
                </a:cubicBezTo>
                <a:cubicBezTo>
                  <a:pt x="1760495" y="172169"/>
                  <a:pt x="1786483" y="167394"/>
                  <a:pt x="1815406" y="167394"/>
                </a:cubicBezTo>
                <a:close/>
                <a:moveTo>
                  <a:pt x="1175854" y="167394"/>
                </a:moveTo>
                <a:cubicBezTo>
                  <a:pt x="1190861" y="167394"/>
                  <a:pt x="1204367" y="168963"/>
                  <a:pt x="1216373" y="172101"/>
                </a:cubicBezTo>
                <a:cubicBezTo>
                  <a:pt x="1228378" y="175239"/>
                  <a:pt x="1239087" y="179741"/>
                  <a:pt x="1248501" y="185607"/>
                </a:cubicBezTo>
                <a:cubicBezTo>
                  <a:pt x="1257914" y="191474"/>
                  <a:pt x="1266031" y="198500"/>
                  <a:pt x="1272853" y="206685"/>
                </a:cubicBezTo>
                <a:cubicBezTo>
                  <a:pt x="1279674" y="214871"/>
                  <a:pt x="1285404" y="224011"/>
                  <a:pt x="1290042" y="234107"/>
                </a:cubicBezTo>
                <a:cubicBezTo>
                  <a:pt x="1300957" y="222374"/>
                  <a:pt x="1311666" y="212279"/>
                  <a:pt x="1322171" y="203820"/>
                </a:cubicBezTo>
                <a:cubicBezTo>
                  <a:pt x="1332676" y="195362"/>
                  <a:pt x="1343044" y="188472"/>
                  <a:pt x="1353276" y="183152"/>
                </a:cubicBezTo>
                <a:cubicBezTo>
                  <a:pt x="1363508" y="177831"/>
                  <a:pt x="1373740" y="173875"/>
                  <a:pt x="1383972" y="171283"/>
                </a:cubicBezTo>
                <a:cubicBezTo>
                  <a:pt x="1394203" y="168691"/>
                  <a:pt x="1404640" y="167394"/>
                  <a:pt x="1415281" y="167394"/>
                </a:cubicBezTo>
                <a:cubicBezTo>
                  <a:pt x="1439565" y="167394"/>
                  <a:pt x="1460029" y="171487"/>
                  <a:pt x="1476673" y="179673"/>
                </a:cubicBezTo>
                <a:cubicBezTo>
                  <a:pt x="1493317" y="187858"/>
                  <a:pt x="1506755" y="198977"/>
                  <a:pt x="1516987" y="213029"/>
                </a:cubicBezTo>
                <a:cubicBezTo>
                  <a:pt x="1527219" y="227081"/>
                  <a:pt x="1534517" y="243520"/>
                  <a:pt x="1538883" y="262347"/>
                </a:cubicBezTo>
                <a:cubicBezTo>
                  <a:pt x="1543249" y="281174"/>
                  <a:pt x="1545432" y="301092"/>
                  <a:pt x="1545432" y="322101"/>
                </a:cubicBezTo>
                <a:lnTo>
                  <a:pt x="1545432" y="555799"/>
                </a:lnTo>
                <a:cubicBezTo>
                  <a:pt x="1545432" y="558527"/>
                  <a:pt x="1544613" y="560915"/>
                  <a:pt x="1542976" y="562961"/>
                </a:cubicBezTo>
                <a:cubicBezTo>
                  <a:pt x="1541339" y="565007"/>
                  <a:pt x="1538610" y="566713"/>
                  <a:pt x="1534790" y="568077"/>
                </a:cubicBezTo>
                <a:cubicBezTo>
                  <a:pt x="1530971" y="569441"/>
                  <a:pt x="1525786" y="570464"/>
                  <a:pt x="1519238" y="571147"/>
                </a:cubicBezTo>
                <a:cubicBezTo>
                  <a:pt x="1512689" y="571829"/>
                  <a:pt x="1504367" y="572170"/>
                  <a:pt x="1494272" y="572170"/>
                </a:cubicBezTo>
                <a:cubicBezTo>
                  <a:pt x="1483903" y="572170"/>
                  <a:pt x="1475445" y="571829"/>
                  <a:pt x="1468897" y="571147"/>
                </a:cubicBezTo>
                <a:cubicBezTo>
                  <a:pt x="1462348" y="570464"/>
                  <a:pt x="1457096" y="569441"/>
                  <a:pt x="1453139" y="568077"/>
                </a:cubicBezTo>
                <a:cubicBezTo>
                  <a:pt x="1449183" y="566713"/>
                  <a:pt x="1446455" y="565007"/>
                  <a:pt x="1444954" y="562961"/>
                </a:cubicBezTo>
                <a:cubicBezTo>
                  <a:pt x="1443453" y="560915"/>
                  <a:pt x="1442703" y="558527"/>
                  <a:pt x="1442703" y="555799"/>
                </a:cubicBezTo>
                <a:lnTo>
                  <a:pt x="1442703" y="339291"/>
                </a:lnTo>
                <a:cubicBezTo>
                  <a:pt x="1442703" y="327013"/>
                  <a:pt x="1441544" y="315826"/>
                  <a:pt x="1439224" y="305730"/>
                </a:cubicBezTo>
                <a:cubicBezTo>
                  <a:pt x="1436905" y="295635"/>
                  <a:pt x="1433358" y="286972"/>
                  <a:pt x="1428583" y="279741"/>
                </a:cubicBezTo>
                <a:cubicBezTo>
                  <a:pt x="1423808" y="272511"/>
                  <a:pt x="1417805" y="266917"/>
                  <a:pt x="1410574" y="262961"/>
                </a:cubicBezTo>
                <a:cubicBezTo>
                  <a:pt x="1403344" y="259004"/>
                  <a:pt x="1394681" y="257026"/>
                  <a:pt x="1384586" y="257026"/>
                </a:cubicBezTo>
                <a:cubicBezTo>
                  <a:pt x="1372307" y="257026"/>
                  <a:pt x="1359893" y="261801"/>
                  <a:pt x="1347341" y="271351"/>
                </a:cubicBezTo>
                <a:cubicBezTo>
                  <a:pt x="1334790" y="280901"/>
                  <a:pt x="1321147" y="294816"/>
                  <a:pt x="1306414" y="313097"/>
                </a:cubicBezTo>
                <a:lnTo>
                  <a:pt x="1306414" y="555799"/>
                </a:lnTo>
                <a:cubicBezTo>
                  <a:pt x="1306414" y="558527"/>
                  <a:pt x="1305595" y="560915"/>
                  <a:pt x="1303958" y="562961"/>
                </a:cubicBezTo>
                <a:cubicBezTo>
                  <a:pt x="1302321" y="565007"/>
                  <a:pt x="1299524" y="566713"/>
                  <a:pt x="1295568" y="568077"/>
                </a:cubicBezTo>
                <a:cubicBezTo>
                  <a:pt x="1291611" y="569441"/>
                  <a:pt x="1286359" y="570464"/>
                  <a:pt x="1279811" y="571147"/>
                </a:cubicBezTo>
                <a:cubicBezTo>
                  <a:pt x="1273262" y="571829"/>
                  <a:pt x="1265076" y="572170"/>
                  <a:pt x="1255254" y="572170"/>
                </a:cubicBezTo>
                <a:cubicBezTo>
                  <a:pt x="1245158" y="572170"/>
                  <a:pt x="1236836" y="571829"/>
                  <a:pt x="1230288" y="571147"/>
                </a:cubicBezTo>
                <a:cubicBezTo>
                  <a:pt x="1223739" y="570464"/>
                  <a:pt x="1218487" y="569441"/>
                  <a:pt x="1214531" y="568077"/>
                </a:cubicBezTo>
                <a:cubicBezTo>
                  <a:pt x="1210574" y="566713"/>
                  <a:pt x="1207778" y="565007"/>
                  <a:pt x="1206141" y="562961"/>
                </a:cubicBezTo>
                <a:cubicBezTo>
                  <a:pt x="1204504" y="560915"/>
                  <a:pt x="1203685" y="558527"/>
                  <a:pt x="1203685" y="555799"/>
                </a:cubicBezTo>
                <a:lnTo>
                  <a:pt x="1203685" y="339291"/>
                </a:lnTo>
                <a:cubicBezTo>
                  <a:pt x="1203685" y="327013"/>
                  <a:pt x="1202525" y="315826"/>
                  <a:pt x="1200206" y="305730"/>
                </a:cubicBezTo>
                <a:cubicBezTo>
                  <a:pt x="1197887" y="295635"/>
                  <a:pt x="1194408" y="286972"/>
                  <a:pt x="1189770" y="279741"/>
                </a:cubicBezTo>
                <a:cubicBezTo>
                  <a:pt x="1185131" y="272511"/>
                  <a:pt x="1179128" y="266917"/>
                  <a:pt x="1171761" y="262961"/>
                </a:cubicBezTo>
                <a:cubicBezTo>
                  <a:pt x="1164394" y="259004"/>
                  <a:pt x="1155799" y="257026"/>
                  <a:pt x="1145977" y="257026"/>
                </a:cubicBezTo>
                <a:cubicBezTo>
                  <a:pt x="1133426" y="257026"/>
                  <a:pt x="1120875" y="261801"/>
                  <a:pt x="1108323" y="271351"/>
                </a:cubicBezTo>
                <a:cubicBezTo>
                  <a:pt x="1095772" y="280901"/>
                  <a:pt x="1082266" y="294816"/>
                  <a:pt x="1067805" y="313097"/>
                </a:cubicBezTo>
                <a:lnTo>
                  <a:pt x="1067805" y="555799"/>
                </a:lnTo>
                <a:cubicBezTo>
                  <a:pt x="1067805" y="558527"/>
                  <a:pt x="1066986" y="560915"/>
                  <a:pt x="1065349" y="562961"/>
                </a:cubicBezTo>
                <a:cubicBezTo>
                  <a:pt x="1063712" y="565007"/>
                  <a:pt x="1060915" y="566713"/>
                  <a:pt x="1056959" y="568077"/>
                </a:cubicBezTo>
                <a:cubicBezTo>
                  <a:pt x="1053003" y="569441"/>
                  <a:pt x="1047750" y="570464"/>
                  <a:pt x="1041202" y="571147"/>
                </a:cubicBezTo>
                <a:cubicBezTo>
                  <a:pt x="1034654" y="571829"/>
                  <a:pt x="1026332" y="572170"/>
                  <a:pt x="1016236" y="572170"/>
                </a:cubicBezTo>
                <a:cubicBezTo>
                  <a:pt x="1006141" y="572170"/>
                  <a:pt x="997819" y="571829"/>
                  <a:pt x="991270" y="571147"/>
                </a:cubicBezTo>
                <a:cubicBezTo>
                  <a:pt x="984722" y="570464"/>
                  <a:pt x="979469" y="569441"/>
                  <a:pt x="975513" y="568077"/>
                </a:cubicBezTo>
                <a:cubicBezTo>
                  <a:pt x="971556" y="566713"/>
                  <a:pt x="968760" y="565007"/>
                  <a:pt x="967123" y="562961"/>
                </a:cubicBezTo>
                <a:cubicBezTo>
                  <a:pt x="965486" y="560915"/>
                  <a:pt x="964667" y="558527"/>
                  <a:pt x="964667" y="555799"/>
                </a:cubicBezTo>
                <a:lnTo>
                  <a:pt x="964667" y="190723"/>
                </a:lnTo>
                <a:cubicBezTo>
                  <a:pt x="964667" y="187995"/>
                  <a:pt x="965349" y="185607"/>
                  <a:pt x="966713" y="183561"/>
                </a:cubicBezTo>
                <a:cubicBezTo>
                  <a:pt x="968078" y="181514"/>
                  <a:pt x="970533" y="179809"/>
                  <a:pt x="974080" y="178445"/>
                </a:cubicBezTo>
                <a:cubicBezTo>
                  <a:pt x="977628" y="177081"/>
                  <a:pt x="982198" y="176058"/>
                  <a:pt x="987791" y="175375"/>
                </a:cubicBezTo>
                <a:cubicBezTo>
                  <a:pt x="993385" y="174693"/>
                  <a:pt x="1000411" y="174352"/>
                  <a:pt x="1008869" y="174352"/>
                </a:cubicBezTo>
                <a:cubicBezTo>
                  <a:pt x="1017600" y="174352"/>
                  <a:pt x="1024831" y="174693"/>
                  <a:pt x="1030561" y="175375"/>
                </a:cubicBezTo>
                <a:cubicBezTo>
                  <a:pt x="1036291" y="176058"/>
                  <a:pt x="1040724" y="177081"/>
                  <a:pt x="1043862" y="178445"/>
                </a:cubicBezTo>
                <a:cubicBezTo>
                  <a:pt x="1047000" y="179809"/>
                  <a:pt x="1049251" y="181514"/>
                  <a:pt x="1050615" y="183561"/>
                </a:cubicBezTo>
                <a:cubicBezTo>
                  <a:pt x="1051979" y="185607"/>
                  <a:pt x="1052661" y="187995"/>
                  <a:pt x="1052661" y="190723"/>
                </a:cubicBezTo>
                <a:lnTo>
                  <a:pt x="1052661" y="232879"/>
                </a:lnTo>
                <a:cubicBezTo>
                  <a:pt x="1072852" y="211051"/>
                  <a:pt x="1092975" y="194680"/>
                  <a:pt x="1113030" y="183766"/>
                </a:cubicBezTo>
                <a:cubicBezTo>
                  <a:pt x="1133085" y="172851"/>
                  <a:pt x="1154026" y="167394"/>
                  <a:pt x="1175854" y="167394"/>
                </a:cubicBezTo>
                <a:close/>
                <a:moveTo>
                  <a:pt x="704888" y="167394"/>
                </a:moveTo>
                <a:cubicBezTo>
                  <a:pt x="733537" y="167394"/>
                  <a:pt x="758025" y="170191"/>
                  <a:pt x="778353" y="175785"/>
                </a:cubicBezTo>
                <a:cubicBezTo>
                  <a:pt x="798680" y="181378"/>
                  <a:pt x="815392" y="189973"/>
                  <a:pt x="828489" y="201569"/>
                </a:cubicBezTo>
                <a:cubicBezTo>
                  <a:pt x="841586" y="213165"/>
                  <a:pt x="851136" y="228104"/>
                  <a:pt x="857139" y="246385"/>
                </a:cubicBezTo>
                <a:cubicBezTo>
                  <a:pt x="863141" y="264666"/>
                  <a:pt x="866143" y="286358"/>
                  <a:pt x="866143" y="311460"/>
                </a:cubicBezTo>
                <a:lnTo>
                  <a:pt x="866143" y="557026"/>
                </a:lnTo>
                <a:cubicBezTo>
                  <a:pt x="866143" y="560846"/>
                  <a:pt x="864778" y="563848"/>
                  <a:pt x="862050" y="566031"/>
                </a:cubicBezTo>
                <a:cubicBezTo>
                  <a:pt x="859322" y="568213"/>
                  <a:pt x="855024" y="569782"/>
                  <a:pt x="849158" y="570737"/>
                </a:cubicBezTo>
                <a:cubicBezTo>
                  <a:pt x="843292" y="571692"/>
                  <a:pt x="834629" y="572170"/>
                  <a:pt x="823169" y="572170"/>
                </a:cubicBezTo>
                <a:cubicBezTo>
                  <a:pt x="810890" y="572170"/>
                  <a:pt x="801955" y="571692"/>
                  <a:pt x="796361" y="570737"/>
                </a:cubicBezTo>
                <a:cubicBezTo>
                  <a:pt x="790768" y="569782"/>
                  <a:pt x="786811" y="568213"/>
                  <a:pt x="784492" y="566031"/>
                </a:cubicBezTo>
                <a:cubicBezTo>
                  <a:pt x="782173" y="563848"/>
                  <a:pt x="781013" y="560846"/>
                  <a:pt x="781013" y="557026"/>
                </a:cubicBezTo>
                <a:lnTo>
                  <a:pt x="781013" y="527968"/>
                </a:lnTo>
                <a:cubicBezTo>
                  <a:pt x="766006" y="544066"/>
                  <a:pt x="748885" y="556617"/>
                  <a:pt x="729649" y="565621"/>
                </a:cubicBezTo>
                <a:cubicBezTo>
                  <a:pt x="710412" y="574625"/>
                  <a:pt x="689062" y="579127"/>
                  <a:pt x="665597" y="579127"/>
                </a:cubicBezTo>
                <a:cubicBezTo>
                  <a:pt x="646224" y="579127"/>
                  <a:pt x="628421" y="576604"/>
                  <a:pt x="612186" y="571556"/>
                </a:cubicBezTo>
                <a:cubicBezTo>
                  <a:pt x="595951" y="566508"/>
                  <a:pt x="581900" y="559005"/>
                  <a:pt x="570031" y="549046"/>
                </a:cubicBezTo>
                <a:cubicBezTo>
                  <a:pt x="558162" y="539086"/>
                  <a:pt x="548953" y="526740"/>
                  <a:pt x="542404" y="512006"/>
                </a:cubicBezTo>
                <a:cubicBezTo>
                  <a:pt x="535856" y="497272"/>
                  <a:pt x="532582" y="480082"/>
                  <a:pt x="532582" y="460437"/>
                </a:cubicBezTo>
                <a:cubicBezTo>
                  <a:pt x="532582" y="439155"/>
                  <a:pt x="536743" y="420669"/>
                  <a:pt x="545065" y="404980"/>
                </a:cubicBezTo>
                <a:cubicBezTo>
                  <a:pt x="553387" y="389291"/>
                  <a:pt x="565802" y="376331"/>
                  <a:pt x="582309" y="366099"/>
                </a:cubicBezTo>
                <a:cubicBezTo>
                  <a:pt x="598817" y="355867"/>
                  <a:pt x="619349" y="348295"/>
                  <a:pt x="643905" y="343384"/>
                </a:cubicBezTo>
                <a:cubicBezTo>
                  <a:pt x="668462" y="338472"/>
                  <a:pt x="696975" y="336017"/>
                  <a:pt x="729444" y="336017"/>
                </a:cubicBezTo>
                <a:lnTo>
                  <a:pt x="765052" y="336017"/>
                </a:lnTo>
                <a:lnTo>
                  <a:pt x="765052" y="313916"/>
                </a:lnTo>
                <a:cubicBezTo>
                  <a:pt x="765052" y="302456"/>
                  <a:pt x="763892" y="292429"/>
                  <a:pt x="761573" y="283834"/>
                </a:cubicBezTo>
                <a:cubicBezTo>
                  <a:pt x="759253" y="275239"/>
                  <a:pt x="755433" y="268077"/>
                  <a:pt x="750113" y="262347"/>
                </a:cubicBezTo>
                <a:cubicBezTo>
                  <a:pt x="744792" y="256617"/>
                  <a:pt x="737698" y="252388"/>
                  <a:pt x="728830" y="249659"/>
                </a:cubicBezTo>
                <a:cubicBezTo>
                  <a:pt x="719962" y="246931"/>
                  <a:pt x="708980" y="245566"/>
                  <a:pt x="695883" y="245566"/>
                </a:cubicBezTo>
                <a:cubicBezTo>
                  <a:pt x="678694" y="245566"/>
                  <a:pt x="663346" y="247476"/>
                  <a:pt x="649840" y="251296"/>
                </a:cubicBezTo>
                <a:cubicBezTo>
                  <a:pt x="636334" y="255116"/>
                  <a:pt x="624396" y="259345"/>
                  <a:pt x="614028" y="263984"/>
                </a:cubicBezTo>
                <a:cubicBezTo>
                  <a:pt x="603659" y="268622"/>
                  <a:pt x="594997" y="272852"/>
                  <a:pt x="588039" y="276672"/>
                </a:cubicBezTo>
                <a:cubicBezTo>
                  <a:pt x="581081" y="280491"/>
                  <a:pt x="575419" y="282401"/>
                  <a:pt x="571054" y="282401"/>
                </a:cubicBezTo>
                <a:cubicBezTo>
                  <a:pt x="568052" y="282401"/>
                  <a:pt x="565392" y="281446"/>
                  <a:pt x="563073" y="279536"/>
                </a:cubicBezTo>
                <a:cubicBezTo>
                  <a:pt x="560754" y="277627"/>
                  <a:pt x="558844" y="274898"/>
                  <a:pt x="557343" y="271351"/>
                </a:cubicBezTo>
                <a:cubicBezTo>
                  <a:pt x="555842" y="267804"/>
                  <a:pt x="554683" y="263438"/>
                  <a:pt x="553864" y="258254"/>
                </a:cubicBezTo>
                <a:cubicBezTo>
                  <a:pt x="553046" y="253070"/>
                  <a:pt x="552636" y="247340"/>
                  <a:pt x="552636" y="241064"/>
                </a:cubicBezTo>
                <a:cubicBezTo>
                  <a:pt x="552636" y="232606"/>
                  <a:pt x="553319" y="225921"/>
                  <a:pt x="554683" y="221010"/>
                </a:cubicBezTo>
                <a:cubicBezTo>
                  <a:pt x="556047" y="216098"/>
                  <a:pt x="558639" y="211665"/>
                  <a:pt x="562459" y="207708"/>
                </a:cubicBezTo>
                <a:cubicBezTo>
                  <a:pt x="566279" y="203752"/>
                  <a:pt x="572964" y="199386"/>
                  <a:pt x="582514" y="194611"/>
                </a:cubicBezTo>
                <a:cubicBezTo>
                  <a:pt x="592063" y="189836"/>
                  <a:pt x="603250" y="185403"/>
                  <a:pt x="616074" y="181310"/>
                </a:cubicBezTo>
                <a:cubicBezTo>
                  <a:pt x="628898" y="177217"/>
                  <a:pt x="642882" y="173875"/>
                  <a:pt x="658025" y="171283"/>
                </a:cubicBezTo>
                <a:cubicBezTo>
                  <a:pt x="673168" y="168691"/>
                  <a:pt x="688789" y="167394"/>
                  <a:pt x="704888" y="167394"/>
                </a:cubicBezTo>
                <a:close/>
                <a:moveTo>
                  <a:pt x="6726362" y="124420"/>
                </a:moveTo>
                <a:lnTo>
                  <a:pt x="6726362" y="484584"/>
                </a:lnTo>
                <a:lnTo>
                  <a:pt x="6782433" y="484584"/>
                </a:lnTo>
                <a:cubicBezTo>
                  <a:pt x="6811901" y="484584"/>
                  <a:pt x="6836731" y="480764"/>
                  <a:pt x="6856922" y="473125"/>
                </a:cubicBezTo>
                <a:cubicBezTo>
                  <a:pt x="6877112" y="465485"/>
                  <a:pt x="6893961" y="453957"/>
                  <a:pt x="6907467" y="438541"/>
                </a:cubicBezTo>
                <a:cubicBezTo>
                  <a:pt x="6920973" y="423125"/>
                  <a:pt x="6931070" y="403957"/>
                  <a:pt x="6937754" y="381037"/>
                </a:cubicBezTo>
                <a:cubicBezTo>
                  <a:pt x="6944439" y="358118"/>
                  <a:pt x="6947781" y="331378"/>
                  <a:pt x="6947781" y="300819"/>
                </a:cubicBezTo>
                <a:cubicBezTo>
                  <a:pt x="6947781" y="275717"/>
                  <a:pt x="6944848" y="252388"/>
                  <a:pt x="6938982" y="230832"/>
                </a:cubicBezTo>
                <a:cubicBezTo>
                  <a:pt x="6933115" y="209277"/>
                  <a:pt x="6923702" y="190587"/>
                  <a:pt x="6910742" y="174761"/>
                </a:cubicBezTo>
                <a:cubicBezTo>
                  <a:pt x="6897781" y="158936"/>
                  <a:pt x="6881138" y="146589"/>
                  <a:pt x="6860809" y="137722"/>
                </a:cubicBezTo>
                <a:cubicBezTo>
                  <a:pt x="6840483" y="128854"/>
                  <a:pt x="6813811" y="124420"/>
                  <a:pt x="6780796" y="124420"/>
                </a:cubicBezTo>
                <a:close/>
                <a:moveTo>
                  <a:pt x="5088471" y="123192"/>
                </a:moveTo>
                <a:lnTo>
                  <a:pt x="5088471" y="302865"/>
                </a:lnTo>
                <a:lnTo>
                  <a:pt x="5136766" y="302865"/>
                </a:lnTo>
                <a:cubicBezTo>
                  <a:pt x="5153956" y="302865"/>
                  <a:pt x="5168349" y="300546"/>
                  <a:pt x="5179945" y="295908"/>
                </a:cubicBezTo>
                <a:cubicBezTo>
                  <a:pt x="5191541" y="291269"/>
                  <a:pt x="5201023" y="284789"/>
                  <a:pt x="5208390" y="276467"/>
                </a:cubicBezTo>
                <a:cubicBezTo>
                  <a:pt x="5215756" y="268145"/>
                  <a:pt x="5221350" y="258186"/>
                  <a:pt x="5225170" y="246590"/>
                </a:cubicBezTo>
                <a:cubicBezTo>
                  <a:pt x="5228990" y="234993"/>
                  <a:pt x="5230900" y="222374"/>
                  <a:pt x="5230900" y="208731"/>
                </a:cubicBezTo>
                <a:cubicBezTo>
                  <a:pt x="5230900" y="190178"/>
                  <a:pt x="5227625" y="174898"/>
                  <a:pt x="5221077" y="162892"/>
                </a:cubicBezTo>
                <a:cubicBezTo>
                  <a:pt x="5214529" y="150887"/>
                  <a:pt x="5206480" y="142019"/>
                  <a:pt x="5196930" y="136289"/>
                </a:cubicBezTo>
                <a:cubicBezTo>
                  <a:pt x="5187381" y="130559"/>
                  <a:pt x="5177353" y="126944"/>
                  <a:pt x="5166848" y="125443"/>
                </a:cubicBezTo>
                <a:cubicBezTo>
                  <a:pt x="5156344" y="123943"/>
                  <a:pt x="5145497" y="123192"/>
                  <a:pt x="5134311" y="123192"/>
                </a:cubicBezTo>
                <a:close/>
                <a:moveTo>
                  <a:pt x="11082300" y="78172"/>
                </a:moveTo>
                <a:cubicBezTo>
                  <a:pt x="11092396" y="78172"/>
                  <a:pt x="11100786" y="78513"/>
                  <a:pt x="11107470" y="79195"/>
                </a:cubicBezTo>
                <a:cubicBezTo>
                  <a:pt x="11114155" y="79877"/>
                  <a:pt x="11119408" y="80969"/>
                  <a:pt x="11123227" y="82469"/>
                </a:cubicBezTo>
                <a:cubicBezTo>
                  <a:pt x="11127047" y="83970"/>
                  <a:pt x="11129776" y="85812"/>
                  <a:pt x="11131413" y="87995"/>
                </a:cubicBezTo>
                <a:cubicBezTo>
                  <a:pt x="11133050" y="90177"/>
                  <a:pt x="11133869" y="92633"/>
                  <a:pt x="11133869" y="95362"/>
                </a:cubicBezTo>
                <a:lnTo>
                  <a:pt x="11133869" y="176808"/>
                </a:lnTo>
                <a:lnTo>
                  <a:pt x="11213269" y="176808"/>
                </a:lnTo>
                <a:cubicBezTo>
                  <a:pt x="11215998" y="176808"/>
                  <a:pt x="11218384" y="177490"/>
                  <a:pt x="11220431" y="178854"/>
                </a:cubicBezTo>
                <a:cubicBezTo>
                  <a:pt x="11222477" y="180218"/>
                  <a:pt x="11224183" y="182469"/>
                  <a:pt x="11225547" y="185607"/>
                </a:cubicBezTo>
                <a:cubicBezTo>
                  <a:pt x="11226911" y="188745"/>
                  <a:pt x="11227934" y="193043"/>
                  <a:pt x="11228616" y="198500"/>
                </a:cubicBezTo>
                <a:cubicBezTo>
                  <a:pt x="11229299" y="203957"/>
                  <a:pt x="11229640" y="210641"/>
                  <a:pt x="11229640" y="218554"/>
                </a:cubicBezTo>
                <a:cubicBezTo>
                  <a:pt x="11229640" y="233561"/>
                  <a:pt x="11228276" y="244270"/>
                  <a:pt x="11225547" y="250682"/>
                </a:cubicBezTo>
                <a:cubicBezTo>
                  <a:pt x="11222818" y="257094"/>
                  <a:pt x="11218862" y="260300"/>
                  <a:pt x="11213678" y="260300"/>
                </a:cubicBezTo>
                <a:lnTo>
                  <a:pt x="11133869" y="260300"/>
                </a:lnTo>
                <a:lnTo>
                  <a:pt x="11133869" y="431788"/>
                </a:lnTo>
                <a:cubicBezTo>
                  <a:pt x="11133869" y="451706"/>
                  <a:pt x="11137008" y="466644"/>
                  <a:pt x="11143282" y="476604"/>
                </a:cubicBezTo>
                <a:cubicBezTo>
                  <a:pt x="11149557" y="486563"/>
                  <a:pt x="11160745" y="491542"/>
                  <a:pt x="11176843" y="491542"/>
                </a:cubicBezTo>
                <a:cubicBezTo>
                  <a:pt x="11182299" y="491542"/>
                  <a:pt x="11187211" y="491065"/>
                  <a:pt x="11191577" y="490110"/>
                </a:cubicBezTo>
                <a:cubicBezTo>
                  <a:pt x="11195943" y="489155"/>
                  <a:pt x="11199831" y="488063"/>
                  <a:pt x="11203241" y="486835"/>
                </a:cubicBezTo>
                <a:cubicBezTo>
                  <a:pt x="11206652" y="485608"/>
                  <a:pt x="11209516" y="484516"/>
                  <a:pt x="11211837" y="483561"/>
                </a:cubicBezTo>
                <a:cubicBezTo>
                  <a:pt x="11214156" y="482606"/>
                  <a:pt x="11216269" y="482129"/>
                  <a:pt x="11218180" y="482129"/>
                </a:cubicBezTo>
                <a:cubicBezTo>
                  <a:pt x="11219818" y="482129"/>
                  <a:pt x="11221385" y="482606"/>
                  <a:pt x="11222886" y="483561"/>
                </a:cubicBezTo>
                <a:cubicBezTo>
                  <a:pt x="11224388" y="484516"/>
                  <a:pt x="11225547" y="486426"/>
                  <a:pt x="11226365" y="489291"/>
                </a:cubicBezTo>
                <a:cubicBezTo>
                  <a:pt x="11227184" y="492156"/>
                  <a:pt x="11227934" y="496044"/>
                  <a:pt x="11228616" y="500956"/>
                </a:cubicBezTo>
                <a:cubicBezTo>
                  <a:pt x="11229299" y="505867"/>
                  <a:pt x="11229640" y="512142"/>
                  <a:pt x="11229640" y="519782"/>
                </a:cubicBezTo>
                <a:cubicBezTo>
                  <a:pt x="11229640" y="531788"/>
                  <a:pt x="11228890" y="540996"/>
                  <a:pt x="11227389" y="547408"/>
                </a:cubicBezTo>
                <a:cubicBezTo>
                  <a:pt x="11225887" y="553820"/>
                  <a:pt x="11223910" y="558322"/>
                  <a:pt x="11221454" y="560915"/>
                </a:cubicBezTo>
                <a:cubicBezTo>
                  <a:pt x="11218998" y="563507"/>
                  <a:pt x="11215383" y="565826"/>
                  <a:pt x="11210608" y="567872"/>
                </a:cubicBezTo>
                <a:cubicBezTo>
                  <a:pt x="11205833" y="569919"/>
                  <a:pt x="11200240" y="571692"/>
                  <a:pt x="11193828" y="573193"/>
                </a:cubicBezTo>
                <a:cubicBezTo>
                  <a:pt x="11187415" y="574694"/>
                  <a:pt x="11180458" y="575853"/>
                  <a:pt x="11172955" y="576672"/>
                </a:cubicBezTo>
                <a:cubicBezTo>
                  <a:pt x="11165452" y="577490"/>
                  <a:pt x="11157880" y="577900"/>
                  <a:pt x="11150240" y="577900"/>
                </a:cubicBezTo>
                <a:cubicBezTo>
                  <a:pt x="11129776" y="577900"/>
                  <a:pt x="11112041" y="575307"/>
                  <a:pt x="11097035" y="570123"/>
                </a:cubicBezTo>
                <a:cubicBezTo>
                  <a:pt x="11082026" y="564939"/>
                  <a:pt x="11069613" y="556958"/>
                  <a:pt x="11059789" y="546181"/>
                </a:cubicBezTo>
                <a:cubicBezTo>
                  <a:pt x="11049967" y="535403"/>
                  <a:pt x="11042736" y="521829"/>
                  <a:pt x="11038098" y="505458"/>
                </a:cubicBezTo>
                <a:cubicBezTo>
                  <a:pt x="11033460" y="489086"/>
                  <a:pt x="11031140" y="469714"/>
                  <a:pt x="11031140" y="447340"/>
                </a:cubicBezTo>
                <a:lnTo>
                  <a:pt x="11031140" y="260300"/>
                </a:lnTo>
                <a:lnTo>
                  <a:pt x="10987347" y="260300"/>
                </a:lnTo>
                <a:cubicBezTo>
                  <a:pt x="10982163" y="260300"/>
                  <a:pt x="10978207" y="257094"/>
                  <a:pt x="10975478" y="250682"/>
                </a:cubicBezTo>
                <a:cubicBezTo>
                  <a:pt x="10972749" y="244270"/>
                  <a:pt x="10971386" y="233561"/>
                  <a:pt x="10971386" y="218554"/>
                </a:cubicBezTo>
                <a:cubicBezTo>
                  <a:pt x="10971386" y="210641"/>
                  <a:pt x="10971726" y="203957"/>
                  <a:pt x="10972409" y="198500"/>
                </a:cubicBezTo>
                <a:cubicBezTo>
                  <a:pt x="10973091" y="193043"/>
                  <a:pt x="10974114" y="188745"/>
                  <a:pt x="10975478" y="185607"/>
                </a:cubicBezTo>
                <a:cubicBezTo>
                  <a:pt x="10976842" y="182469"/>
                  <a:pt x="10978548" y="180218"/>
                  <a:pt x="10980595" y="178854"/>
                </a:cubicBezTo>
                <a:cubicBezTo>
                  <a:pt x="10982641" y="177490"/>
                  <a:pt x="10985028" y="176808"/>
                  <a:pt x="10987757" y="176808"/>
                </a:cubicBezTo>
                <a:lnTo>
                  <a:pt x="11031140" y="176808"/>
                </a:lnTo>
                <a:lnTo>
                  <a:pt x="11031140" y="95362"/>
                </a:lnTo>
                <a:cubicBezTo>
                  <a:pt x="11031140" y="92633"/>
                  <a:pt x="11031890" y="90177"/>
                  <a:pt x="11033391" y="87995"/>
                </a:cubicBezTo>
                <a:cubicBezTo>
                  <a:pt x="11034892" y="85812"/>
                  <a:pt x="11037621" y="83970"/>
                  <a:pt x="11041577" y="82469"/>
                </a:cubicBezTo>
                <a:cubicBezTo>
                  <a:pt x="11045533" y="80969"/>
                  <a:pt x="11050854" y="79877"/>
                  <a:pt x="11057538" y="79195"/>
                </a:cubicBezTo>
                <a:cubicBezTo>
                  <a:pt x="11064223" y="78513"/>
                  <a:pt x="11072477" y="78172"/>
                  <a:pt x="11082300" y="78172"/>
                </a:cubicBezTo>
                <a:close/>
                <a:moveTo>
                  <a:pt x="6651055" y="40109"/>
                </a:moveTo>
                <a:lnTo>
                  <a:pt x="6786935" y="40109"/>
                </a:lnTo>
                <a:cubicBezTo>
                  <a:pt x="6834139" y="40109"/>
                  <a:pt x="6874180" y="45634"/>
                  <a:pt x="6907058" y="56685"/>
                </a:cubicBezTo>
                <a:cubicBezTo>
                  <a:pt x="6939937" y="67735"/>
                  <a:pt x="6967631" y="84107"/>
                  <a:pt x="6990141" y="105798"/>
                </a:cubicBezTo>
                <a:cubicBezTo>
                  <a:pt x="7012652" y="127490"/>
                  <a:pt x="7029773" y="154298"/>
                  <a:pt x="7041506" y="186221"/>
                </a:cubicBezTo>
                <a:cubicBezTo>
                  <a:pt x="7053239" y="218145"/>
                  <a:pt x="7059105" y="255116"/>
                  <a:pt x="7059105" y="297135"/>
                </a:cubicBezTo>
                <a:cubicBezTo>
                  <a:pt x="7059105" y="345703"/>
                  <a:pt x="7052760" y="387245"/>
                  <a:pt x="7040073" y="421760"/>
                </a:cubicBezTo>
                <a:cubicBezTo>
                  <a:pt x="7027385" y="456276"/>
                  <a:pt x="7009173" y="484448"/>
                  <a:pt x="6985435" y="506276"/>
                </a:cubicBezTo>
                <a:cubicBezTo>
                  <a:pt x="6961697" y="528104"/>
                  <a:pt x="6932843" y="544134"/>
                  <a:pt x="6898873" y="554366"/>
                </a:cubicBezTo>
                <a:cubicBezTo>
                  <a:pt x="6864903" y="564598"/>
                  <a:pt x="6824453" y="569714"/>
                  <a:pt x="6777522" y="569714"/>
                </a:cubicBezTo>
                <a:lnTo>
                  <a:pt x="6651055" y="569714"/>
                </a:lnTo>
                <a:cubicBezTo>
                  <a:pt x="6642051" y="569714"/>
                  <a:pt x="6634479" y="567054"/>
                  <a:pt x="6628340" y="561733"/>
                </a:cubicBezTo>
                <a:cubicBezTo>
                  <a:pt x="6622201" y="556413"/>
                  <a:pt x="6619132" y="547749"/>
                  <a:pt x="6619132" y="535744"/>
                </a:cubicBezTo>
                <a:lnTo>
                  <a:pt x="6619132" y="74079"/>
                </a:lnTo>
                <a:cubicBezTo>
                  <a:pt x="6619132" y="62074"/>
                  <a:pt x="6622201" y="53411"/>
                  <a:pt x="6628340" y="48090"/>
                </a:cubicBezTo>
                <a:cubicBezTo>
                  <a:pt x="6634479" y="42769"/>
                  <a:pt x="6642051" y="40109"/>
                  <a:pt x="6651055" y="40109"/>
                </a:cubicBezTo>
                <a:close/>
                <a:moveTo>
                  <a:pt x="5017257" y="40109"/>
                </a:moveTo>
                <a:lnTo>
                  <a:pt x="5142086" y="40109"/>
                </a:lnTo>
                <a:cubicBezTo>
                  <a:pt x="5154638" y="40109"/>
                  <a:pt x="5166575" y="40587"/>
                  <a:pt x="5177898" y="41542"/>
                </a:cubicBezTo>
                <a:cubicBezTo>
                  <a:pt x="5189222" y="42497"/>
                  <a:pt x="5202797" y="44543"/>
                  <a:pt x="5218622" y="47681"/>
                </a:cubicBezTo>
                <a:cubicBezTo>
                  <a:pt x="5234448" y="50819"/>
                  <a:pt x="5250477" y="56617"/>
                  <a:pt x="5266712" y="65075"/>
                </a:cubicBezTo>
                <a:cubicBezTo>
                  <a:pt x="5282947" y="73533"/>
                  <a:pt x="5296793" y="84243"/>
                  <a:pt x="5308253" y="97203"/>
                </a:cubicBezTo>
                <a:cubicBezTo>
                  <a:pt x="5319713" y="110164"/>
                  <a:pt x="5328444" y="125307"/>
                  <a:pt x="5334447" y="142633"/>
                </a:cubicBezTo>
                <a:cubicBezTo>
                  <a:pt x="5340450" y="159959"/>
                  <a:pt x="5343451" y="179400"/>
                  <a:pt x="5343451" y="200955"/>
                </a:cubicBezTo>
                <a:cubicBezTo>
                  <a:pt x="5343451" y="230696"/>
                  <a:pt x="5338813" y="257026"/>
                  <a:pt x="5329535" y="279946"/>
                </a:cubicBezTo>
                <a:cubicBezTo>
                  <a:pt x="5320259" y="302865"/>
                  <a:pt x="5306753" y="322170"/>
                  <a:pt x="5289017" y="337859"/>
                </a:cubicBezTo>
                <a:cubicBezTo>
                  <a:pt x="5271282" y="353547"/>
                  <a:pt x="5249522" y="365485"/>
                  <a:pt x="5223738" y="373670"/>
                </a:cubicBezTo>
                <a:cubicBezTo>
                  <a:pt x="5197953" y="381856"/>
                  <a:pt x="5167599" y="385949"/>
                  <a:pt x="5132673" y="385949"/>
                </a:cubicBezTo>
                <a:lnTo>
                  <a:pt x="5088471" y="385949"/>
                </a:lnTo>
                <a:lnTo>
                  <a:pt x="5088471" y="554980"/>
                </a:lnTo>
                <a:cubicBezTo>
                  <a:pt x="5088471" y="557709"/>
                  <a:pt x="5087585" y="560164"/>
                  <a:pt x="5085811" y="562347"/>
                </a:cubicBezTo>
                <a:cubicBezTo>
                  <a:pt x="5084038" y="564530"/>
                  <a:pt x="5081105" y="566303"/>
                  <a:pt x="5077011" y="567668"/>
                </a:cubicBezTo>
                <a:cubicBezTo>
                  <a:pt x="5072919" y="569032"/>
                  <a:pt x="5067462" y="570123"/>
                  <a:pt x="5060640" y="570942"/>
                </a:cubicBezTo>
                <a:cubicBezTo>
                  <a:pt x="5053820" y="571760"/>
                  <a:pt x="5045088" y="572170"/>
                  <a:pt x="5034447" y="572170"/>
                </a:cubicBezTo>
                <a:cubicBezTo>
                  <a:pt x="5024079" y="572170"/>
                  <a:pt x="5015415" y="571760"/>
                  <a:pt x="5008458" y="570942"/>
                </a:cubicBezTo>
                <a:cubicBezTo>
                  <a:pt x="5001500" y="570123"/>
                  <a:pt x="4995974" y="569032"/>
                  <a:pt x="4991882" y="567668"/>
                </a:cubicBezTo>
                <a:cubicBezTo>
                  <a:pt x="4987789" y="566303"/>
                  <a:pt x="4984924" y="564530"/>
                  <a:pt x="4983287" y="562347"/>
                </a:cubicBezTo>
                <a:cubicBezTo>
                  <a:pt x="4981650" y="560164"/>
                  <a:pt x="4980832" y="557709"/>
                  <a:pt x="4980832" y="554980"/>
                </a:cubicBezTo>
                <a:lnTo>
                  <a:pt x="4980832" y="78581"/>
                </a:lnTo>
                <a:cubicBezTo>
                  <a:pt x="4980832" y="65757"/>
                  <a:pt x="4984173" y="56139"/>
                  <a:pt x="4990859" y="49727"/>
                </a:cubicBezTo>
                <a:cubicBezTo>
                  <a:pt x="4997544" y="43315"/>
                  <a:pt x="5006343" y="40109"/>
                  <a:pt x="5017257" y="40109"/>
                </a:cubicBezTo>
                <a:close/>
                <a:moveTo>
                  <a:pt x="2229371" y="40109"/>
                </a:moveTo>
                <a:lnTo>
                  <a:pt x="2602632" y="40109"/>
                </a:lnTo>
                <a:cubicBezTo>
                  <a:pt x="2605088" y="40109"/>
                  <a:pt x="2607339" y="40860"/>
                  <a:pt x="2609385" y="42360"/>
                </a:cubicBezTo>
                <a:cubicBezTo>
                  <a:pt x="2611432" y="43861"/>
                  <a:pt x="2613137" y="46317"/>
                  <a:pt x="2614501" y="49727"/>
                </a:cubicBezTo>
                <a:cubicBezTo>
                  <a:pt x="2615865" y="53138"/>
                  <a:pt x="2616888" y="57708"/>
                  <a:pt x="2617571" y="63438"/>
                </a:cubicBezTo>
                <a:cubicBezTo>
                  <a:pt x="2618253" y="69168"/>
                  <a:pt x="2618594" y="76126"/>
                  <a:pt x="2618594" y="84311"/>
                </a:cubicBezTo>
                <a:cubicBezTo>
                  <a:pt x="2618594" y="92224"/>
                  <a:pt x="2618253" y="98977"/>
                  <a:pt x="2617571" y="104570"/>
                </a:cubicBezTo>
                <a:cubicBezTo>
                  <a:pt x="2616888" y="110164"/>
                  <a:pt x="2615865" y="114666"/>
                  <a:pt x="2614501" y="118076"/>
                </a:cubicBezTo>
                <a:cubicBezTo>
                  <a:pt x="2613137" y="121487"/>
                  <a:pt x="2611432" y="124011"/>
                  <a:pt x="2609385" y="125648"/>
                </a:cubicBezTo>
                <a:cubicBezTo>
                  <a:pt x="2607339" y="127285"/>
                  <a:pt x="2605088" y="128104"/>
                  <a:pt x="2602632" y="128104"/>
                </a:cubicBezTo>
                <a:lnTo>
                  <a:pt x="2470026" y="128104"/>
                </a:lnTo>
                <a:lnTo>
                  <a:pt x="2470026" y="554980"/>
                </a:lnTo>
                <a:cubicBezTo>
                  <a:pt x="2470026" y="557709"/>
                  <a:pt x="2469140" y="560164"/>
                  <a:pt x="2467366" y="562347"/>
                </a:cubicBezTo>
                <a:cubicBezTo>
                  <a:pt x="2465592" y="564530"/>
                  <a:pt x="2462659" y="566303"/>
                  <a:pt x="2458567" y="567668"/>
                </a:cubicBezTo>
                <a:cubicBezTo>
                  <a:pt x="2454474" y="569032"/>
                  <a:pt x="2448949" y="570123"/>
                  <a:pt x="2441991" y="570942"/>
                </a:cubicBezTo>
                <a:cubicBezTo>
                  <a:pt x="2435033" y="571760"/>
                  <a:pt x="2426370" y="572170"/>
                  <a:pt x="2416002" y="572170"/>
                </a:cubicBezTo>
                <a:cubicBezTo>
                  <a:pt x="2405633" y="572170"/>
                  <a:pt x="2396970" y="571760"/>
                  <a:pt x="2390013" y="570942"/>
                </a:cubicBezTo>
                <a:cubicBezTo>
                  <a:pt x="2383055" y="570123"/>
                  <a:pt x="2377530" y="569032"/>
                  <a:pt x="2373437" y="567668"/>
                </a:cubicBezTo>
                <a:cubicBezTo>
                  <a:pt x="2369344" y="566303"/>
                  <a:pt x="2366411" y="564530"/>
                  <a:pt x="2364637" y="562347"/>
                </a:cubicBezTo>
                <a:cubicBezTo>
                  <a:pt x="2362864" y="560164"/>
                  <a:pt x="2361977" y="557709"/>
                  <a:pt x="2361977" y="554980"/>
                </a:cubicBezTo>
                <a:lnTo>
                  <a:pt x="2361977" y="128104"/>
                </a:lnTo>
                <a:lnTo>
                  <a:pt x="2229371" y="128104"/>
                </a:lnTo>
                <a:cubicBezTo>
                  <a:pt x="2226643" y="128104"/>
                  <a:pt x="2224324" y="127285"/>
                  <a:pt x="2222414" y="125648"/>
                </a:cubicBezTo>
                <a:cubicBezTo>
                  <a:pt x="2220504" y="124011"/>
                  <a:pt x="2218867" y="121487"/>
                  <a:pt x="2217502" y="118076"/>
                </a:cubicBezTo>
                <a:cubicBezTo>
                  <a:pt x="2216138" y="114666"/>
                  <a:pt x="2215115" y="110164"/>
                  <a:pt x="2214433" y="104570"/>
                </a:cubicBezTo>
                <a:cubicBezTo>
                  <a:pt x="2213750" y="98977"/>
                  <a:pt x="2213409" y="92224"/>
                  <a:pt x="2213409" y="84311"/>
                </a:cubicBezTo>
                <a:cubicBezTo>
                  <a:pt x="2213409" y="76126"/>
                  <a:pt x="2213750" y="69168"/>
                  <a:pt x="2214433" y="63438"/>
                </a:cubicBezTo>
                <a:cubicBezTo>
                  <a:pt x="2215115" y="57708"/>
                  <a:pt x="2216138" y="53138"/>
                  <a:pt x="2217502" y="49727"/>
                </a:cubicBezTo>
                <a:cubicBezTo>
                  <a:pt x="2218867" y="46317"/>
                  <a:pt x="2220504" y="43861"/>
                  <a:pt x="2222414" y="42360"/>
                </a:cubicBezTo>
                <a:cubicBezTo>
                  <a:pt x="2224324" y="40860"/>
                  <a:pt x="2226643" y="40109"/>
                  <a:pt x="2229371" y="40109"/>
                </a:cubicBezTo>
                <a:close/>
                <a:moveTo>
                  <a:pt x="275853" y="31105"/>
                </a:moveTo>
                <a:cubicBezTo>
                  <a:pt x="298773" y="31105"/>
                  <a:pt x="319646" y="32674"/>
                  <a:pt x="338473" y="35812"/>
                </a:cubicBezTo>
                <a:cubicBezTo>
                  <a:pt x="357299" y="38950"/>
                  <a:pt x="373739" y="42769"/>
                  <a:pt x="387790" y="47272"/>
                </a:cubicBezTo>
                <a:cubicBezTo>
                  <a:pt x="401843" y="51774"/>
                  <a:pt x="413507" y="56617"/>
                  <a:pt x="422784" y="61801"/>
                </a:cubicBezTo>
                <a:cubicBezTo>
                  <a:pt x="432061" y="66985"/>
                  <a:pt x="438541" y="71487"/>
                  <a:pt x="442225" y="75307"/>
                </a:cubicBezTo>
                <a:cubicBezTo>
                  <a:pt x="445908" y="79127"/>
                  <a:pt x="448568" y="84516"/>
                  <a:pt x="450205" y="91473"/>
                </a:cubicBezTo>
                <a:cubicBezTo>
                  <a:pt x="451842" y="98431"/>
                  <a:pt x="452661" y="108731"/>
                  <a:pt x="452661" y="122374"/>
                </a:cubicBezTo>
                <a:cubicBezTo>
                  <a:pt x="452661" y="130287"/>
                  <a:pt x="452320" y="137108"/>
                  <a:pt x="451638" y="142838"/>
                </a:cubicBezTo>
                <a:cubicBezTo>
                  <a:pt x="450956" y="148568"/>
                  <a:pt x="450001" y="153138"/>
                  <a:pt x="448773" y="156549"/>
                </a:cubicBezTo>
                <a:cubicBezTo>
                  <a:pt x="447545" y="159959"/>
                  <a:pt x="446044" y="162347"/>
                  <a:pt x="444271" y="163711"/>
                </a:cubicBezTo>
                <a:cubicBezTo>
                  <a:pt x="442497" y="165075"/>
                  <a:pt x="440383" y="165757"/>
                  <a:pt x="437927" y="165757"/>
                </a:cubicBezTo>
                <a:cubicBezTo>
                  <a:pt x="434380" y="165757"/>
                  <a:pt x="428650" y="163302"/>
                  <a:pt x="420737" y="158390"/>
                </a:cubicBezTo>
                <a:cubicBezTo>
                  <a:pt x="412825" y="153479"/>
                  <a:pt x="402320" y="148158"/>
                  <a:pt x="389223" y="142428"/>
                </a:cubicBezTo>
                <a:cubicBezTo>
                  <a:pt x="376126" y="136699"/>
                  <a:pt x="360505" y="131378"/>
                  <a:pt x="342361" y="126467"/>
                </a:cubicBezTo>
                <a:cubicBezTo>
                  <a:pt x="324216" y="121555"/>
                  <a:pt x="303138" y="119100"/>
                  <a:pt x="279127" y="119100"/>
                </a:cubicBezTo>
                <a:cubicBezTo>
                  <a:pt x="253479" y="119100"/>
                  <a:pt x="230287" y="123534"/>
                  <a:pt x="209550" y="132401"/>
                </a:cubicBezTo>
                <a:cubicBezTo>
                  <a:pt x="188813" y="141269"/>
                  <a:pt x="171078" y="153820"/>
                  <a:pt x="156344" y="170055"/>
                </a:cubicBezTo>
                <a:cubicBezTo>
                  <a:pt x="141610" y="186289"/>
                  <a:pt x="130287" y="205798"/>
                  <a:pt x="122374" y="228581"/>
                </a:cubicBezTo>
                <a:cubicBezTo>
                  <a:pt x="114462" y="251365"/>
                  <a:pt x="110505" y="276535"/>
                  <a:pt x="110505" y="304093"/>
                </a:cubicBezTo>
                <a:cubicBezTo>
                  <a:pt x="110505" y="334380"/>
                  <a:pt x="114530" y="361051"/>
                  <a:pt x="122579" y="384107"/>
                </a:cubicBezTo>
                <a:cubicBezTo>
                  <a:pt x="130628" y="407163"/>
                  <a:pt x="141883" y="426467"/>
                  <a:pt x="156344" y="442020"/>
                </a:cubicBezTo>
                <a:cubicBezTo>
                  <a:pt x="170806" y="457572"/>
                  <a:pt x="188200" y="469305"/>
                  <a:pt x="208527" y="477217"/>
                </a:cubicBezTo>
                <a:cubicBezTo>
                  <a:pt x="228855" y="485130"/>
                  <a:pt x="251297" y="489086"/>
                  <a:pt x="275853" y="489086"/>
                </a:cubicBezTo>
                <a:cubicBezTo>
                  <a:pt x="287859" y="489086"/>
                  <a:pt x="299728" y="487722"/>
                  <a:pt x="311460" y="484994"/>
                </a:cubicBezTo>
                <a:cubicBezTo>
                  <a:pt x="323193" y="482265"/>
                  <a:pt x="334107" y="478172"/>
                  <a:pt x="344203" y="472715"/>
                </a:cubicBezTo>
                <a:lnTo>
                  <a:pt x="344203" y="349932"/>
                </a:lnTo>
                <a:lnTo>
                  <a:pt x="243930" y="349932"/>
                </a:lnTo>
                <a:cubicBezTo>
                  <a:pt x="239018" y="349932"/>
                  <a:pt x="235199" y="346863"/>
                  <a:pt x="232470" y="340723"/>
                </a:cubicBezTo>
                <a:cubicBezTo>
                  <a:pt x="229741" y="334584"/>
                  <a:pt x="228377" y="324148"/>
                  <a:pt x="228377" y="309414"/>
                </a:cubicBezTo>
                <a:cubicBezTo>
                  <a:pt x="228377" y="301774"/>
                  <a:pt x="228718" y="295362"/>
                  <a:pt x="229400" y="290178"/>
                </a:cubicBezTo>
                <a:cubicBezTo>
                  <a:pt x="230082" y="284993"/>
                  <a:pt x="231106" y="280833"/>
                  <a:pt x="232470" y="277695"/>
                </a:cubicBezTo>
                <a:cubicBezTo>
                  <a:pt x="233834" y="274557"/>
                  <a:pt x="235471" y="272238"/>
                  <a:pt x="237381" y="270737"/>
                </a:cubicBezTo>
                <a:cubicBezTo>
                  <a:pt x="239291" y="269236"/>
                  <a:pt x="241474" y="268486"/>
                  <a:pt x="243930" y="268486"/>
                </a:cubicBezTo>
                <a:lnTo>
                  <a:pt x="422784" y="268486"/>
                </a:lnTo>
                <a:cubicBezTo>
                  <a:pt x="427149" y="268486"/>
                  <a:pt x="431038" y="269236"/>
                  <a:pt x="434448" y="270737"/>
                </a:cubicBezTo>
                <a:cubicBezTo>
                  <a:pt x="437859" y="272238"/>
                  <a:pt x="440860" y="274489"/>
                  <a:pt x="443452" y="277490"/>
                </a:cubicBezTo>
                <a:cubicBezTo>
                  <a:pt x="446044" y="280491"/>
                  <a:pt x="448023" y="284107"/>
                  <a:pt x="449387" y="288336"/>
                </a:cubicBezTo>
                <a:cubicBezTo>
                  <a:pt x="450751" y="292565"/>
                  <a:pt x="451433" y="297408"/>
                  <a:pt x="451433" y="302865"/>
                </a:cubicBezTo>
                <a:lnTo>
                  <a:pt x="451433" y="513643"/>
                </a:lnTo>
                <a:cubicBezTo>
                  <a:pt x="451433" y="521829"/>
                  <a:pt x="450001" y="528991"/>
                  <a:pt x="447136" y="535130"/>
                </a:cubicBezTo>
                <a:cubicBezTo>
                  <a:pt x="444271" y="541269"/>
                  <a:pt x="438404" y="546112"/>
                  <a:pt x="429537" y="549659"/>
                </a:cubicBezTo>
                <a:cubicBezTo>
                  <a:pt x="420669" y="553206"/>
                  <a:pt x="409687" y="556890"/>
                  <a:pt x="396590" y="560710"/>
                </a:cubicBezTo>
                <a:cubicBezTo>
                  <a:pt x="383493" y="564530"/>
                  <a:pt x="369919" y="567804"/>
                  <a:pt x="355867" y="570533"/>
                </a:cubicBezTo>
                <a:cubicBezTo>
                  <a:pt x="341815" y="573261"/>
                  <a:pt x="327627" y="575307"/>
                  <a:pt x="313302" y="576672"/>
                </a:cubicBezTo>
                <a:cubicBezTo>
                  <a:pt x="298977" y="578036"/>
                  <a:pt x="284584" y="578718"/>
                  <a:pt x="270123" y="578718"/>
                </a:cubicBezTo>
                <a:cubicBezTo>
                  <a:pt x="227831" y="578718"/>
                  <a:pt x="189973" y="572647"/>
                  <a:pt x="156549" y="560505"/>
                </a:cubicBezTo>
                <a:cubicBezTo>
                  <a:pt x="123124" y="548363"/>
                  <a:pt x="94816" y="530764"/>
                  <a:pt x="71624" y="507709"/>
                </a:cubicBezTo>
                <a:cubicBezTo>
                  <a:pt x="48432" y="484653"/>
                  <a:pt x="30696" y="456549"/>
                  <a:pt x="18418" y="423397"/>
                </a:cubicBezTo>
                <a:cubicBezTo>
                  <a:pt x="6139" y="390246"/>
                  <a:pt x="0" y="352661"/>
                  <a:pt x="0" y="310642"/>
                </a:cubicBezTo>
                <a:cubicBezTo>
                  <a:pt x="0" y="267258"/>
                  <a:pt x="6549" y="228308"/>
                  <a:pt x="19646" y="193793"/>
                </a:cubicBezTo>
                <a:cubicBezTo>
                  <a:pt x="32743" y="159277"/>
                  <a:pt x="51296" y="129946"/>
                  <a:pt x="75307" y="105798"/>
                </a:cubicBezTo>
                <a:cubicBezTo>
                  <a:pt x="99318" y="81651"/>
                  <a:pt x="128309" y="63165"/>
                  <a:pt x="162279" y="50341"/>
                </a:cubicBezTo>
                <a:cubicBezTo>
                  <a:pt x="196249" y="37517"/>
                  <a:pt x="234107" y="31105"/>
                  <a:pt x="275853" y="31105"/>
                </a:cubicBezTo>
                <a:close/>
                <a:moveTo>
                  <a:pt x="8417160" y="0"/>
                </a:moveTo>
                <a:cubicBezTo>
                  <a:pt x="8427257" y="0"/>
                  <a:pt x="8435578" y="409"/>
                  <a:pt x="8442126" y="1228"/>
                </a:cubicBezTo>
                <a:cubicBezTo>
                  <a:pt x="8448674" y="2046"/>
                  <a:pt x="8453927" y="3206"/>
                  <a:pt x="8457883" y="4707"/>
                </a:cubicBezTo>
                <a:cubicBezTo>
                  <a:pt x="8461840" y="6207"/>
                  <a:pt x="8464636" y="8049"/>
                  <a:pt x="8466273" y="10232"/>
                </a:cubicBezTo>
                <a:cubicBezTo>
                  <a:pt x="8467910" y="12415"/>
                  <a:pt x="8468729" y="14870"/>
                  <a:pt x="8468729" y="17599"/>
                </a:cubicBezTo>
                <a:lnTo>
                  <a:pt x="8468729" y="555799"/>
                </a:lnTo>
                <a:cubicBezTo>
                  <a:pt x="8468729" y="558527"/>
                  <a:pt x="8467910" y="560915"/>
                  <a:pt x="8466273" y="562961"/>
                </a:cubicBezTo>
                <a:cubicBezTo>
                  <a:pt x="8464636" y="565007"/>
                  <a:pt x="8461840" y="566713"/>
                  <a:pt x="8457883" y="568077"/>
                </a:cubicBezTo>
                <a:cubicBezTo>
                  <a:pt x="8453927" y="569441"/>
                  <a:pt x="8448674" y="570464"/>
                  <a:pt x="8442126" y="571147"/>
                </a:cubicBezTo>
                <a:cubicBezTo>
                  <a:pt x="8435578" y="571829"/>
                  <a:pt x="8427257" y="572170"/>
                  <a:pt x="8417160" y="572170"/>
                </a:cubicBezTo>
                <a:cubicBezTo>
                  <a:pt x="8407065" y="572170"/>
                  <a:pt x="8398743" y="571829"/>
                  <a:pt x="8392194" y="571147"/>
                </a:cubicBezTo>
                <a:cubicBezTo>
                  <a:pt x="8385646" y="570464"/>
                  <a:pt x="8380394" y="569441"/>
                  <a:pt x="8376437" y="568077"/>
                </a:cubicBezTo>
                <a:cubicBezTo>
                  <a:pt x="8372482" y="566713"/>
                  <a:pt x="8369684" y="565007"/>
                  <a:pt x="8368047" y="562961"/>
                </a:cubicBezTo>
                <a:cubicBezTo>
                  <a:pt x="8366410" y="560915"/>
                  <a:pt x="8365591" y="558527"/>
                  <a:pt x="8365591" y="555799"/>
                </a:cubicBezTo>
                <a:lnTo>
                  <a:pt x="8365591" y="17599"/>
                </a:lnTo>
                <a:cubicBezTo>
                  <a:pt x="8365591" y="14870"/>
                  <a:pt x="8366410" y="12415"/>
                  <a:pt x="8368047" y="10232"/>
                </a:cubicBezTo>
                <a:cubicBezTo>
                  <a:pt x="8369684" y="8049"/>
                  <a:pt x="8372482" y="6207"/>
                  <a:pt x="8376437" y="4707"/>
                </a:cubicBezTo>
                <a:cubicBezTo>
                  <a:pt x="8380394" y="3206"/>
                  <a:pt x="8385646" y="2046"/>
                  <a:pt x="8392194" y="1228"/>
                </a:cubicBezTo>
                <a:cubicBezTo>
                  <a:pt x="8398743" y="409"/>
                  <a:pt x="8407065" y="0"/>
                  <a:pt x="8417160" y="0"/>
                </a:cubicBezTo>
                <a:close/>
                <a:moveTo>
                  <a:pt x="5473936" y="0"/>
                </a:moveTo>
                <a:cubicBezTo>
                  <a:pt x="5484032" y="0"/>
                  <a:pt x="5492353" y="409"/>
                  <a:pt x="5498902" y="1228"/>
                </a:cubicBezTo>
                <a:cubicBezTo>
                  <a:pt x="5505451" y="2046"/>
                  <a:pt x="5510703" y="3206"/>
                  <a:pt x="5514659" y="4707"/>
                </a:cubicBezTo>
                <a:cubicBezTo>
                  <a:pt x="5518616" y="6207"/>
                  <a:pt x="5521413" y="8049"/>
                  <a:pt x="5523050" y="10232"/>
                </a:cubicBezTo>
                <a:cubicBezTo>
                  <a:pt x="5524686" y="12415"/>
                  <a:pt x="5525505" y="14870"/>
                  <a:pt x="5525505" y="17599"/>
                </a:cubicBezTo>
                <a:lnTo>
                  <a:pt x="5525505" y="555799"/>
                </a:lnTo>
                <a:cubicBezTo>
                  <a:pt x="5525505" y="558527"/>
                  <a:pt x="5524686" y="560915"/>
                  <a:pt x="5523050" y="562961"/>
                </a:cubicBezTo>
                <a:cubicBezTo>
                  <a:pt x="5521413" y="565007"/>
                  <a:pt x="5518616" y="566713"/>
                  <a:pt x="5514659" y="568077"/>
                </a:cubicBezTo>
                <a:cubicBezTo>
                  <a:pt x="5510703" y="569441"/>
                  <a:pt x="5505451" y="570464"/>
                  <a:pt x="5498902" y="571147"/>
                </a:cubicBezTo>
                <a:cubicBezTo>
                  <a:pt x="5492353" y="571829"/>
                  <a:pt x="5484032" y="572170"/>
                  <a:pt x="5473936" y="572170"/>
                </a:cubicBezTo>
                <a:cubicBezTo>
                  <a:pt x="5463841" y="572170"/>
                  <a:pt x="5455519" y="571829"/>
                  <a:pt x="5448970" y="571147"/>
                </a:cubicBezTo>
                <a:cubicBezTo>
                  <a:pt x="5442422" y="570464"/>
                  <a:pt x="5437169" y="569441"/>
                  <a:pt x="5433213" y="568077"/>
                </a:cubicBezTo>
                <a:cubicBezTo>
                  <a:pt x="5429257" y="566713"/>
                  <a:pt x="5426460" y="565007"/>
                  <a:pt x="5424823" y="562961"/>
                </a:cubicBezTo>
                <a:cubicBezTo>
                  <a:pt x="5423186" y="560915"/>
                  <a:pt x="5422367" y="558527"/>
                  <a:pt x="5422367" y="555799"/>
                </a:cubicBezTo>
                <a:lnTo>
                  <a:pt x="5422367" y="17599"/>
                </a:lnTo>
                <a:cubicBezTo>
                  <a:pt x="5422367" y="14870"/>
                  <a:pt x="5423186" y="12415"/>
                  <a:pt x="5424823" y="10232"/>
                </a:cubicBezTo>
                <a:cubicBezTo>
                  <a:pt x="5426460" y="8049"/>
                  <a:pt x="5429257" y="6207"/>
                  <a:pt x="5433213" y="4707"/>
                </a:cubicBezTo>
                <a:cubicBezTo>
                  <a:pt x="5437169" y="3206"/>
                  <a:pt x="5442422" y="2046"/>
                  <a:pt x="5448970" y="1228"/>
                </a:cubicBezTo>
                <a:cubicBezTo>
                  <a:pt x="5455519" y="409"/>
                  <a:pt x="5463841" y="0"/>
                  <a:pt x="5473936" y="0"/>
                </a:cubicBezTo>
                <a:close/>
                <a:moveTo>
                  <a:pt x="4207111" y="0"/>
                </a:moveTo>
                <a:cubicBezTo>
                  <a:pt x="4217207" y="0"/>
                  <a:pt x="4225529" y="409"/>
                  <a:pt x="4232077" y="1228"/>
                </a:cubicBezTo>
                <a:cubicBezTo>
                  <a:pt x="4238626" y="2046"/>
                  <a:pt x="4243878" y="3206"/>
                  <a:pt x="4247834" y="4707"/>
                </a:cubicBezTo>
                <a:cubicBezTo>
                  <a:pt x="4251791" y="6207"/>
                  <a:pt x="4254587" y="8049"/>
                  <a:pt x="4256225" y="10232"/>
                </a:cubicBezTo>
                <a:cubicBezTo>
                  <a:pt x="4257862" y="12415"/>
                  <a:pt x="4258680" y="14870"/>
                  <a:pt x="4258680" y="17599"/>
                </a:cubicBezTo>
                <a:lnTo>
                  <a:pt x="4258680" y="555799"/>
                </a:lnTo>
                <a:cubicBezTo>
                  <a:pt x="4258680" y="558527"/>
                  <a:pt x="4257862" y="560915"/>
                  <a:pt x="4256225" y="562961"/>
                </a:cubicBezTo>
                <a:cubicBezTo>
                  <a:pt x="4254587" y="565007"/>
                  <a:pt x="4251791" y="566713"/>
                  <a:pt x="4247834" y="568077"/>
                </a:cubicBezTo>
                <a:cubicBezTo>
                  <a:pt x="4243878" y="569441"/>
                  <a:pt x="4238626" y="570464"/>
                  <a:pt x="4232077" y="571147"/>
                </a:cubicBezTo>
                <a:cubicBezTo>
                  <a:pt x="4225529" y="571829"/>
                  <a:pt x="4217207" y="572170"/>
                  <a:pt x="4207111" y="572170"/>
                </a:cubicBezTo>
                <a:cubicBezTo>
                  <a:pt x="4197016" y="572170"/>
                  <a:pt x="4188694" y="571829"/>
                  <a:pt x="4182145" y="571147"/>
                </a:cubicBezTo>
                <a:cubicBezTo>
                  <a:pt x="4175597" y="570464"/>
                  <a:pt x="4170345" y="569441"/>
                  <a:pt x="4166387" y="568077"/>
                </a:cubicBezTo>
                <a:cubicBezTo>
                  <a:pt x="4162432" y="566713"/>
                  <a:pt x="4159635" y="565007"/>
                  <a:pt x="4157998" y="562961"/>
                </a:cubicBezTo>
                <a:cubicBezTo>
                  <a:pt x="4156361" y="560915"/>
                  <a:pt x="4155542" y="558527"/>
                  <a:pt x="4155542" y="555799"/>
                </a:cubicBezTo>
                <a:lnTo>
                  <a:pt x="4155542" y="17599"/>
                </a:lnTo>
                <a:cubicBezTo>
                  <a:pt x="4155542" y="14870"/>
                  <a:pt x="4156361" y="12415"/>
                  <a:pt x="4157998" y="10232"/>
                </a:cubicBezTo>
                <a:cubicBezTo>
                  <a:pt x="4159635" y="8049"/>
                  <a:pt x="4162432" y="6207"/>
                  <a:pt x="4166387" y="4707"/>
                </a:cubicBezTo>
                <a:cubicBezTo>
                  <a:pt x="4170345" y="3206"/>
                  <a:pt x="4175597" y="2046"/>
                  <a:pt x="4182145" y="1228"/>
                </a:cubicBezTo>
                <a:cubicBezTo>
                  <a:pt x="4188694" y="409"/>
                  <a:pt x="4197016" y="0"/>
                  <a:pt x="4207111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81611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Steven Gerring</dc:creator>
  <cp:lastModifiedBy>Steven Gerring</cp:lastModifiedBy>
  <cp:revision>1</cp:revision>
  <dcterms:created xsi:type="dcterms:W3CDTF">2026-05-03T17:18:15Z</dcterms:created>
  <dcterms:modified xsi:type="dcterms:W3CDTF">2026-05-03T17:19:31Z</dcterms:modified>
</cp:coreProperties>
</file>